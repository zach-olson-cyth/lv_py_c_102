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873" r:id="rId5"/>
  </p:sldMasterIdLst>
  <p:notesMasterIdLst>
    <p:notesMasterId r:id="rId23"/>
  </p:notesMasterIdLst>
  <p:handoutMasterIdLst>
    <p:handoutMasterId r:id="rId24"/>
  </p:handoutMasterIdLst>
  <p:sldIdLst>
    <p:sldId id="2147483520" r:id="rId6"/>
    <p:sldId id="2147483508" r:id="rId7"/>
    <p:sldId id="2147483514" r:id="rId8"/>
    <p:sldId id="2147483507" r:id="rId9"/>
    <p:sldId id="2147483501" r:id="rId10"/>
    <p:sldId id="2147483521" r:id="rId11"/>
    <p:sldId id="2147483525" r:id="rId12"/>
    <p:sldId id="2147483523" r:id="rId13"/>
    <p:sldId id="2147483522" r:id="rId14"/>
    <p:sldId id="2147483515" r:id="rId15"/>
    <p:sldId id="2147483524" r:id="rId16"/>
    <p:sldId id="2147483516" r:id="rId17"/>
    <p:sldId id="2147483510" r:id="rId18"/>
    <p:sldId id="2147483528" r:id="rId19"/>
    <p:sldId id="334" r:id="rId20"/>
    <p:sldId id="2147483527" r:id="rId21"/>
    <p:sldId id="2147483529" r:id="rId22"/>
  </p:sldIdLst>
  <p:sldSz cx="14630400" cy="8229600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Arial Narrow" panose="020B0606020202030204" pitchFamily="34" charset="0"/>
      <p:regular r:id="rId25"/>
      <p:bold r:id="rId26"/>
      <p:italic r:id="rId26"/>
      <p:boldItalic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5">
          <p15:clr>
            <a:srgbClr val="A4A3A4"/>
          </p15:clr>
        </p15:guide>
        <p15:guide id="2" orient="horz" pos="3450">
          <p15:clr>
            <a:srgbClr val="A4A3A4"/>
          </p15:clr>
        </p15:guide>
        <p15:guide id="3" orient="horz" pos="1006">
          <p15:clr>
            <a:srgbClr val="A4A3A4"/>
          </p15:clr>
        </p15:guide>
        <p15:guide id="4" orient="horz" pos="1640">
          <p15:clr>
            <a:srgbClr val="A4A3A4"/>
          </p15:clr>
        </p15:guide>
        <p15:guide id="5" pos="4608">
          <p15:clr>
            <a:srgbClr val="A4A3A4"/>
          </p15:clr>
        </p15:guide>
        <p15:guide id="6" pos="317">
          <p15:clr>
            <a:srgbClr val="A4A3A4"/>
          </p15:clr>
        </p15:guide>
        <p15:guide id="7" pos="88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3C"/>
    <a:srgbClr val="003325"/>
    <a:srgbClr val="7BCF8B"/>
    <a:srgbClr val="E25B39"/>
    <a:srgbClr val="7CCF8B"/>
    <a:srgbClr val="E35B39"/>
    <a:srgbClr val="1B2552"/>
    <a:srgbClr val="004B8D"/>
    <a:srgbClr val="000000"/>
    <a:srgbClr val="1B2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7D6BE-B8DB-4A52-BABE-A866D4474515}" v="44" dt="2026-05-07T13:32:43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84" autoAdjust="0"/>
  </p:normalViewPr>
  <p:slideViewPr>
    <p:cSldViewPr snapToGrid="0">
      <p:cViewPr>
        <p:scale>
          <a:sx n="66" d="100"/>
          <a:sy n="66" d="100"/>
        </p:scale>
        <p:origin x="702" y="708"/>
      </p:cViewPr>
      <p:guideLst>
        <p:guide orient="horz" pos="2365"/>
        <p:guide orient="horz" pos="3450"/>
        <p:guide orient="horz" pos="1006"/>
        <p:guide orient="horz" pos="1640"/>
        <p:guide pos="4608"/>
        <p:guide pos="317"/>
        <p:guide pos="889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.fntdata"/><Relationship Id="rId39" Type="http://schemas.microsoft.com/office/2018/10/relationships/authors" Target="authors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NULL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lanueva, Danilo" userId="dbd436ef-70a4-4351-9469-c9615ee87396" providerId="ADAL" clId="{7BCB4266-87AA-5FDA-9C5A-06A31A81FFE3}"/>
    <pc:docChg chg="modSld">
      <pc:chgData name="Villanueva, Danilo" userId="dbd436ef-70a4-4351-9469-c9615ee87396" providerId="ADAL" clId="{7BCB4266-87AA-5FDA-9C5A-06A31A81FFE3}" dt="2026-04-17T14:23:00.385" v="92" actId="1037"/>
      <pc:docMkLst>
        <pc:docMk/>
      </pc:docMkLst>
      <pc:sldChg chg="modSp mod">
        <pc:chgData name="Villanueva, Danilo" userId="dbd436ef-70a4-4351-9469-c9615ee87396" providerId="ADAL" clId="{7BCB4266-87AA-5FDA-9C5A-06A31A81FFE3}" dt="2026-04-17T14:22:33.354" v="28" actId="1037"/>
        <pc:sldMkLst>
          <pc:docMk/>
          <pc:sldMk cId="2807910040" sldId="2147483515"/>
        </pc:sldMkLst>
        <pc:spChg chg="mod">
          <ac:chgData name="Villanueva, Danilo" userId="dbd436ef-70a4-4351-9469-c9615ee87396" providerId="ADAL" clId="{7BCB4266-87AA-5FDA-9C5A-06A31A81FFE3}" dt="2026-04-17T14:22:33.354" v="28" actId="1037"/>
          <ac:spMkLst>
            <pc:docMk/>
            <pc:sldMk cId="2807910040" sldId="2147483515"/>
            <ac:spMk id="2" creationId="{FF9A5553-9AA5-E188-420A-932FDFFFEA50}"/>
          </ac:spMkLst>
        </pc:spChg>
      </pc:sldChg>
      <pc:sldChg chg="modSp mod">
        <pc:chgData name="Villanueva, Danilo" userId="dbd436ef-70a4-4351-9469-c9615ee87396" providerId="ADAL" clId="{7BCB4266-87AA-5FDA-9C5A-06A31A81FFE3}" dt="2026-04-17T14:23:00.385" v="92" actId="1037"/>
        <pc:sldMkLst>
          <pc:docMk/>
          <pc:sldMk cId="397639489" sldId="2147483516"/>
        </pc:sldMkLst>
        <pc:spChg chg="mod">
          <ac:chgData name="Villanueva, Danilo" userId="dbd436ef-70a4-4351-9469-c9615ee87396" providerId="ADAL" clId="{7BCB4266-87AA-5FDA-9C5A-06A31A81FFE3}" dt="2026-04-17T14:23:00.385" v="92" actId="1037"/>
          <ac:spMkLst>
            <pc:docMk/>
            <pc:sldMk cId="397639489" sldId="2147483516"/>
            <ac:spMk id="2" creationId="{67D06CE8-3CFC-5518-5B44-B33EDA3BADE7}"/>
          </ac:spMkLst>
        </pc:spChg>
      </pc:sldChg>
    </pc:docChg>
  </pc:docChgLst>
  <pc:docChgLst>
    <pc:chgData name="Myers, Eric" userId="0455c707-a384-43fe-b6ff-2c19cecdabd7" providerId="ADAL" clId="{F28748AA-45E3-4F76-8D21-7F7A2E08CF80}"/>
    <pc:docChg chg="undo custSel addSld delSld modSld sldOrd delSection modSection">
      <pc:chgData name="Myers, Eric" userId="0455c707-a384-43fe-b6ff-2c19cecdabd7" providerId="ADAL" clId="{F28748AA-45E3-4F76-8D21-7F7A2E08CF80}" dt="2026-05-07T13:43:42.579" v="2801" actId="255"/>
      <pc:docMkLst>
        <pc:docMk/>
      </pc:docMkLst>
      <pc:sldChg chg="add">
        <pc:chgData name="Myers, Eric" userId="0455c707-a384-43fe-b6ff-2c19cecdabd7" providerId="ADAL" clId="{F28748AA-45E3-4F76-8D21-7F7A2E08CF80}" dt="2026-04-16T17:16:11.057" v="391"/>
        <pc:sldMkLst>
          <pc:docMk/>
          <pc:sldMk cId="78401432" sldId="293"/>
        </pc:sldMkLst>
      </pc:sldChg>
      <pc:sldChg chg="modSp add mod">
        <pc:chgData name="Myers, Eric" userId="0455c707-a384-43fe-b6ff-2c19cecdabd7" providerId="ADAL" clId="{F28748AA-45E3-4F76-8D21-7F7A2E08CF80}" dt="2026-05-07T12:40:08.103" v="2251" actId="1037"/>
        <pc:sldMkLst>
          <pc:docMk/>
          <pc:sldMk cId="2989068592" sldId="315"/>
        </pc:sldMkLst>
        <pc:spChg chg="mod">
          <ac:chgData name="Myers, Eric" userId="0455c707-a384-43fe-b6ff-2c19cecdabd7" providerId="ADAL" clId="{F28748AA-45E3-4F76-8D21-7F7A2E08CF80}" dt="2026-05-07T12:40:08.103" v="2251" actId="1037"/>
          <ac:spMkLst>
            <pc:docMk/>
            <pc:sldMk cId="2989068592" sldId="315"/>
            <ac:spMk id="5" creationId="{0F2AFD1B-F08C-B94D-4C0B-6ABB011DD62B}"/>
          </ac:spMkLst>
        </pc:spChg>
      </pc:sldChg>
      <pc:sldChg chg="add mod ord modShow">
        <pc:chgData name="Myers, Eric" userId="0455c707-a384-43fe-b6ff-2c19cecdabd7" providerId="ADAL" clId="{F28748AA-45E3-4F76-8D21-7F7A2E08CF80}" dt="2026-04-16T19:56:48.538" v="2136"/>
        <pc:sldMkLst>
          <pc:docMk/>
          <pc:sldMk cId="945750046" sldId="319"/>
        </pc:sldMkLst>
      </pc:sldChg>
      <pc:sldChg chg="add mod modShow">
        <pc:chgData name="Myers, Eric" userId="0455c707-a384-43fe-b6ff-2c19cecdabd7" providerId="ADAL" clId="{F28748AA-45E3-4F76-8D21-7F7A2E08CF80}" dt="2026-04-16T19:46:38.372" v="2087" actId="729"/>
        <pc:sldMkLst>
          <pc:docMk/>
          <pc:sldMk cId="17817188" sldId="412"/>
        </pc:sldMkLst>
      </pc:sldChg>
      <pc:sldChg chg="add mod modShow">
        <pc:chgData name="Myers, Eric" userId="0455c707-a384-43fe-b6ff-2c19cecdabd7" providerId="ADAL" clId="{F28748AA-45E3-4F76-8D21-7F7A2E08CF80}" dt="2026-04-16T19:46:38.372" v="2087" actId="729"/>
        <pc:sldMkLst>
          <pc:docMk/>
          <pc:sldMk cId="281940644" sldId="413"/>
        </pc:sldMkLst>
      </pc:sldChg>
      <pc:sldChg chg="add mod modShow">
        <pc:chgData name="Myers, Eric" userId="0455c707-a384-43fe-b6ff-2c19cecdabd7" providerId="ADAL" clId="{F28748AA-45E3-4F76-8D21-7F7A2E08CF80}" dt="2026-04-16T19:46:38.372" v="2087" actId="729"/>
        <pc:sldMkLst>
          <pc:docMk/>
          <pc:sldMk cId="3143200066" sldId="415"/>
        </pc:sldMkLst>
      </pc:sldChg>
      <pc:sldChg chg="mod modShow">
        <pc:chgData name="Myers, Eric" userId="0455c707-a384-43fe-b6ff-2c19cecdabd7" providerId="ADAL" clId="{F28748AA-45E3-4F76-8D21-7F7A2E08CF80}" dt="2026-04-16T17:11:13.692" v="260" actId="729"/>
        <pc:sldMkLst>
          <pc:docMk/>
          <pc:sldMk cId="2773179516" sldId="2147377652"/>
        </pc:sldMkLst>
      </pc:sldChg>
      <pc:sldChg chg="modSp mod ord">
        <pc:chgData name="Myers, Eric" userId="0455c707-a384-43fe-b6ff-2c19cecdabd7" providerId="ADAL" clId="{F28748AA-45E3-4F76-8D21-7F7A2E08CF80}" dt="2026-04-29T12:50:48.111" v="2205" actId="20577"/>
        <pc:sldMkLst>
          <pc:docMk/>
          <pc:sldMk cId="832018914" sldId="2147473974"/>
        </pc:sldMkLst>
        <pc:spChg chg="mod">
          <ac:chgData name="Myers, Eric" userId="0455c707-a384-43fe-b6ff-2c19cecdabd7" providerId="ADAL" clId="{F28748AA-45E3-4F76-8D21-7F7A2E08CF80}" dt="2026-04-16T17:19:36.632" v="421" actId="20577"/>
          <ac:spMkLst>
            <pc:docMk/>
            <pc:sldMk cId="832018914" sldId="2147473974"/>
            <ac:spMk id="4" creationId="{E03F7B16-71F2-6F6C-317A-7C5E2A0C5516}"/>
          </ac:spMkLst>
        </pc:spChg>
        <pc:spChg chg="mod">
          <ac:chgData name="Myers, Eric" userId="0455c707-a384-43fe-b6ff-2c19cecdabd7" providerId="ADAL" clId="{F28748AA-45E3-4F76-8D21-7F7A2E08CF80}" dt="2026-04-29T12:50:48.111" v="2205" actId="20577"/>
          <ac:spMkLst>
            <pc:docMk/>
            <pc:sldMk cId="832018914" sldId="2147473974"/>
            <ac:spMk id="5" creationId="{911E039A-C719-D0BC-22B8-BE0939F12332}"/>
          </ac:spMkLst>
        </pc:spChg>
      </pc:sldChg>
      <pc:sldChg chg="modSp add mod ord">
        <pc:chgData name="Myers, Eric" userId="0455c707-a384-43fe-b6ff-2c19cecdabd7" providerId="ADAL" clId="{F28748AA-45E3-4F76-8D21-7F7A2E08CF80}" dt="2026-04-16T17:24:32.321" v="682"/>
        <pc:sldMkLst>
          <pc:docMk/>
          <pc:sldMk cId="4270775709" sldId="2147473976"/>
        </pc:sldMkLst>
        <pc:spChg chg="mod">
          <ac:chgData name="Myers, Eric" userId="0455c707-a384-43fe-b6ff-2c19cecdabd7" providerId="ADAL" clId="{F28748AA-45E3-4F76-8D21-7F7A2E08CF80}" dt="2026-04-16T17:23:39.759" v="591" actId="20577"/>
          <ac:spMkLst>
            <pc:docMk/>
            <pc:sldMk cId="4270775709" sldId="2147473976"/>
            <ac:spMk id="2" creationId="{5A820CDC-F348-3EF8-5B56-3538460B4EA7}"/>
          </ac:spMkLst>
        </pc:spChg>
        <pc:spChg chg="mod">
          <ac:chgData name="Myers, Eric" userId="0455c707-a384-43fe-b6ff-2c19cecdabd7" providerId="ADAL" clId="{F28748AA-45E3-4F76-8D21-7F7A2E08CF80}" dt="2026-04-16T16:59:33.806" v="61" actId="20577"/>
          <ac:spMkLst>
            <pc:docMk/>
            <pc:sldMk cId="4270775709" sldId="2147473976"/>
            <ac:spMk id="3" creationId="{75370E1C-1D3B-D127-D6D0-845BBF40BD4D}"/>
          </ac:spMkLst>
        </pc:spChg>
      </pc:sldChg>
      <pc:sldChg chg="addSp delSp modSp new mod modClrScheme chgLayout">
        <pc:chgData name="Myers, Eric" userId="0455c707-a384-43fe-b6ff-2c19cecdabd7" providerId="ADAL" clId="{F28748AA-45E3-4F76-8D21-7F7A2E08CF80}" dt="2026-05-06T12:35:15.743" v="2221" actId="20577"/>
        <pc:sldMkLst>
          <pc:docMk/>
          <pc:sldMk cId="1633170199" sldId="2147473977"/>
        </pc:sldMkLst>
        <pc:spChg chg="add mod ord">
          <ac:chgData name="Myers, Eric" userId="0455c707-a384-43fe-b6ff-2c19cecdabd7" providerId="ADAL" clId="{F28748AA-45E3-4F76-8D21-7F7A2E08CF80}" dt="2026-04-16T17:15:36.178" v="390" actId="20577"/>
          <ac:spMkLst>
            <pc:docMk/>
            <pc:sldMk cId="1633170199" sldId="2147473977"/>
            <ac:spMk id="4" creationId="{CB2D5AD3-DB56-0FE4-B14E-2D7EBFC876D1}"/>
          </ac:spMkLst>
        </pc:spChg>
        <pc:spChg chg="add mod ord">
          <ac:chgData name="Myers, Eric" userId="0455c707-a384-43fe-b6ff-2c19cecdabd7" providerId="ADAL" clId="{F28748AA-45E3-4F76-8D21-7F7A2E08CF80}" dt="2026-04-16T17:12:13.779" v="290" actId="20577"/>
          <ac:spMkLst>
            <pc:docMk/>
            <pc:sldMk cId="1633170199" sldId="2147473977"/>
            <ac:spMk id="5" creationId="{4E6776EC-CEF3-15D9-B828-5E0FB342409E}"/>
          </ac:spMkLst>
        </pc:spChg>
        <pc:spChg chg="mod">
          <ac:chgData name="Myers, Eric" userId="0455c707-a384-43fe-b6ff-2c19cecdabd7" providerId="ADAL" clId="{F28748AA-45E3-4F76-8D21-7F7A2E08CF80}" dt="2026-05-06T12:35:12.806" v="2219" actId="20577"/>
          <ac:spMkLst>
            <pc:docMk/>
            <pc:sldMk cId="1633170199" sldId="2147473977"/>
            <ac:spMk id="6" creationId="{E84001A3-2142-DEDA-31C6-E99A8C820E04}"/>
          </ac:spMkLst>
        </pc:spChg>
        <pc:spChg chg="mod">
          <ac:chgData name="Myers, Eric" userId="0455c707-a384-43fe-b6ff-2c19cecdabd7" providerId="ADAL" clId="{F28748AA-45E3-4F76-8D21-7F7A2E08CF80}" dt="2026-05-06T12:35:15.743" v="2221" actId="20577"/>
          <ac:spMkLst>
            <pc:docMk/>
            <pc:sldMk cId="1633170199" sldId="2147473977"/>
            <ac:spMk id="7" creationId="{3C6ABAEF-6FA1-2297-9357-93848D6DAD83}"/>
          </ac:spMkLst>
        </pc:spChg>
        <pc:spChg chg="add mod ord">
          <ac:chgData name="Myers, Eric" userId="0455c707-a384-43fe-b6ff-2c19cecdabd7" providerId="ADAL" clId="{F28748AA-45E3-4F76-8D21-7F7A2E08CF80}" dt="2026-04-16T17:01:26.407" v="63" actId="700"/>
          <ac:spMkLst>
            <pc:docMk/>
            <pc:sldMk cId="1633170199" sldId="2147473977"/>
            <ac:spMk id="8" creationId="{F756016F-C59A-07D4-6912-41B7251D28A7}"/>
          </ac:spMkLst>
        </pc:spChg>
        <pc:spChg chg="add mod ord">
          <ac:chgData name="Myers, Eric" userId="0455c707-a384-43fe-b6ff-2c19cecdabd7" providerId="ADAL" clId="{F28748AA-45E3-4F76-8D21-7F7A2E08CF80}" dt="2026-04-16T17:01:26.407" v="63" actId="700"/>
          <ac:spMkLst>
            <pc:docMk/>
            <pc:sldMk cId="1633170199" sldId="2147473977"/>
            <ac:spMk id="9" creationId="{7041E211-0BB6-8A3D-BAA7-F04DAC7770B0}"/>
          </ac:spMkLst>
        </pc:spChg>
        <pc:spChg chg="add mod ord">
          <ac:chgData name="Myers, Eric" userId="0455c707-a384-43fe-b6ff-2c19cecdabd7" providerId="ADAL" clId="{F28748AA-45E3-4F76-8D21-7F7A2E08CF80}" dt="2026-04-16T17:01:26.407" v="63" actId="700"/>
          <ac:spMkLst>
            <pc:docMk/>
            <pc:sldMk cId="1633170199" sldId="2147473977"/>
            <ac:spMk id="10" creationId="{89C1E7DC-2A83-F9B4-CD44-4A756314088E}"/>
          </ac:spMkLst>
        </pc:spChg>
        <pc:spChg chg="add mod ord">
          <ac:chgData name="Myers, Eric" userId="0455c707-a384-43fe-b6ff-2c19cecdabd7" providerId="ADAL" clId="{F28748AA-45E3-4F76-8D21-7F7A2E08CF80}" dt="2026-04-16T17:29:08.423" v="756" actId="20577"/>
          <ac:spMkLst>
            <pc:docMk/>
            <pc:sldMk cId="1633170199" sldId="2147473977"/>
            <ac:spMk id="11" creationId="{F2BE2186-222A-51FD-F4F6-221E00905C78}"/>
          </ac:spMkLst>
        </pc:spChg>
        <pc:spChg chg="add mod ord">
          <ac:chgData name="Myers, Eric" userId="0455c707-a384-43fe-b6ff-2c19cecdabd7" providerId="ADAL" clId="{F28748AA-45E3-4F76-8D21-7F7A2E08CF80}" dt="2026-05-06T12:35:07.384" v="2214" actId="20577"/>
          <ac:spMkLst>
            <pc:docMk/>
            <pc:sldMk cId="1633170199" sldId="2147473977"/>
            <ac:spMk id="12" creationId="{75835D93-6B78-A6DE-67F7-72C2150019E4}"/>
          </ac:spMkLst>
        </pc:spChg>
        <pc:spChg chg="add mod ord">
          <ac:chgData name="Myers, Eric" userId="0455c707-a384-43fe-b6ff-2c19cecdabd7" providerId="ADAL" clId="{F28748AA-45E3-4F76-8D21-7F7A2E08CF80}" dt="2026-05-06T12:35:01.727" v="2211" actId="20577"/>
          <ac:spMkLst>
            <pc:docMk/>
            <pc:sldMk cId="1633170199" sldId="2147473977"/>
            <ac:spMk id="13" creationId="{C816DCFD-7B9A-E6AC-CFC9-BAEFF157B186}"/>
          </ac:spMkLst>
        </pc:spChg>
        <pc:spChg chg="add mod ord">
          <ac:chgData name="Myers, Eric" userId="0455c707-a384-43fe-b6ff-2c19cecdabd7" providerId="ADAL" clId="{F28748AA-45E3-4F76-8D21-7F7A2E08CF80}" dt="2026-04-16T17:01:26.407" v="63" actId="700"/>
          <ac:spMkLst>
            <pc:docMk/>
            <pc:sldMk cId="1633170199" sldId="2147473977"/>
            <ac:spMk id="14" creationId="{4C8B6AF2-74C2-7869-A088-A60960A22C81}"/>
          </ac:spMkLst>
        </pc:spChg>
        <pc:spChg chg="add mod ord">
          <ac:chgData name="Myers, Eric" userId="0455c707-a384-43fe-b6ff-2c19cecdabd7" providerId="ADAL" clId="{F28748AA-45E3-4F76-8D21-7F7A2E08CF80}" dt="2026-04-16T17:01:26.407" v="63" actId="700"/>
          <ac:spMkLst>
            <pc:docMk/>
            <pc:sldMk cId="1633170199" sldId="2147473977"/>
            <ac:spMk id="15" creationId="{E0DA644F-46A0-8DEC-F5EE-469CDD2FCD87}"/>
          </ac:spMkLst>
        </pc:spChg>
      </pc:sldChg>
      <pc:sldChg chg="addSp delSp modSp new mod ord modShow">
        <pc:chgData name="Myers, Eric" userId="0455c707-a384-43fe-b6ff-2c19cecdabd7" providerId="ADAL" clId="{F28748AA-45E3-4F76-8D21-7F7A2E08CF80}" dt="2026-04-16T20:00:13.563" v="2158" actId="20577"/>
        <pc:sldMkLst>
          <pc:docMk/>
          <pc:sldMk cId="3206081587" sldId="2147473978"/>
        </pc:sldMkLst>
        <pc:spChg chg="mod">
          <ac:chgData name="Myers, Eric" userId="0455c707-a384-43fe-b6ff-2c19cecdabd7" providerId="ADAL" clId="{F28748AA-45E3-4F76-8D21-7F7A2E08CF80}" dt="2026-04-16T17:01:45.698" v="91" actId="20577"/>
          <ac:spMkLst>
            <pc:docMk/>
            <pc:sldMk cId="3206081587" sldId="2147473978"/>
            <ac:spMk id="2" creationId="{462DF81F-96B3-1D26-DCB5-582B86C94258}"/>
          </ac:spMkLst>
        </pc:spChg>
        <pc:spChg chg="mod">
          <ac:chgData name="Myers, Eric" userId="0455c707-a384-43fe-b6ff-2c19cecdabd7" providerId="ADAL" clId="{F28748AA-45E3-4F76-8D21-7F7A2E08CF80}" dt="2026-04-16T20:00:13.563" v="2158" actId="20577"/>
          <ac:spMkLst>
            <pc:docMk/>
            <pc:sldMk cId="3206081587" sldId="2147473978"/>
            <ac:spMk id="3" creationId="{293A27EE-C2BA-E384-ADBB-3C80EB9BA024}"/>
          </ac:spMkLst>
        </pc:spChg>
        <pc:picChg chg="add mod">
          <ac:chgData name="Myers, Eric" userId="0455c707-a384-43fe-b6ff-2c19cecdabd7" providerId="ADAL" clId="{F28748AA-45E3-4F76-8D21-7F7A2E08CF80}" dt="2026-04-16T17:06:38.950" v="258" actId="1076"/>
          <ac:picMkLst>
            <pc:docMk/>
            <pc:sldMk cId="3206081587" sldId="2147473978"/>
            <ac:picMk id="7" creationId="{FF4E0EF9-E440-EB23-9E2F-370DB231EC9D}"/>
          </ac:picMkLst>
        </pc:picChg>
      </pc:sldChg>
      <pc:sldChg chg="addSp delSp modSp add mod">
        <pc:chgData name="Myers, Eric" userId="0455c707-a384-43fe-b6ff-2c19cecdabd7" providerId="ADAL" clId="{F28748AA-45E3-4F76-8D21-7F7A2E08CF80}" dt="2026-05-07T13:43:42.579" v="2801" actId="255"/>
        <pc:sldMkLst>
          <pc:docMk/>
          <pc:sldMk cId="3142610537" sldId="2147483492"/>
        </pc:sldMkLst>
        <pc:spChg chg="mod">
          <ac:chgData name="Myers, Eric" userId="0455c707-a384-43fe-b6ff-2c19cecdabd7" providerId="ADAL" clId="{F28748AA-45E3-4F76-8D21-7F7A2E08CF80}" dt="2026-05-07T13:43:42.579" v="2801" actId="255"/>
          <ac:spMkLst>
            <pc:docMk/>
            <pc:sldMk cId="3142610537" sldId="2147483492"/>
            <ac:spMk id="2" creationId="{2BAF445E-C3FC-F4CC-ECDA-4F075731ACC7}"/>
          </ac:spMkLst>
        </pc:spChg>
        <pc:spChg chg="add del">
          <ac:chgData name="Myers, Eric" userId="0455c707-a384-43fe-b6ff-2c19cecdabd7" providerId="ADAL" clId="{F28748AA-45E3-4F76-8D21-7F7A2E08CF80}" dt="2026-05-07T13:27:33.104" v="2399" actId="22"/>
          <ac:spMkLst>
            <pc:docMk/>
            <pc:sldMk cId="3142610537" sldId="2147483492"/>
            <ac:spMk id="4" creationId="{7807A851-283D-CAF4-559C-9C825434F152}"/>
          </ac:spMkLst>
        </pc:spChg>
        <pc:spChg chg="del">
          <ac:chgData name="Myers, Eric" userId="0455c707-a384-43fe-b6ff-2c19cecdabd7" providerId="ADAL" clId="{F28748AA-45E3-4F76-8D21-7F7A2E08CF80}" dt="2026-05-07T13:27:29.655" v="2397" actId="478"/>
          <ac:spMkLst>
            <pc:docMk/>
            <pc:sldMk cId="3142610537" sldId="2147483492"/>
            <ac:spMk id="6" creationId="{83CAF7A0-D935-1BC9-75E0-82D1F58DD551}"/>
          </ac:spMkLst>
        </pc:spChg>
        <pc:spChg chg="mod">
          <ac:chgData name="Myers, Eric" userId="0455c707-a384-43fe-b6ff-2c19cecdabd7" providerId="ADAL" clId="{F28748AA-45E3-4F76-8D21-7F7A2E08CF80}" dt="2026-05-07T13:27:58.327" v="2405" actId="1076"/>
          <ac:spMkLst>
            <pc:docMk/>
            <pc:sldMk cId="3142610537" sldId="2147483492"/>
            <ac:spMk id="9" creationId="{2625E22E-636E-CBC8-EEA6-FA420E2002C1}"/>
          </ac:spMkLst>
        </pc:spChg>
        <pc:spChg chg="mod">
          <ac:chgData name="Myers, Eric" userId="0455c707-a384-43fe-b6ff-2c19cecdabd7" providerId="ADAL" clId="{F28748AA-45E3-4F76-8D21-7F7A2E08CF80}" dt="2026-05-07T13:28:36.052" v="2421" actId="207"/>
          <ac:spMkLst>
            <pc:docMk/>
            <pc:sldMk cId="3142610537" sldId="2147483492"/>
            <ac:spMk id="14" creationId="{DADA3C13-E8FF-53C9-8D63-E0821FB4AA05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21" creationId="{CBC193C9-BF89-1C4C-2E95-7B3EE0723DE8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29" creationId="{2127BAAF-E46E-341E-385F-A815CD2035B6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33" creationId="{2EDE0B5A-7934-BAE7-48B0-EFBF7F782ABC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36" creationId="{911005BA-F864-E95D-9234-8D900058C61A}"/>
          </ac:spMkLst>
        </pc:spChg>
        <pc:spChg chg="add mod">
          <ac:chgData name="Myers, Eric" userId="0455c707-a384-43fe-b6ff-2c19cecdabd7" providerId="ADAL" clId="{F28748AA-45E3-4F76-8D21-7F7A2E08CF80}" dt="2026-05-07T13:29:51.149" v="2444" actId="404"/>
          <ac:spMkLst>
            <pc:docMk/>
            <pc:sldMk cId="3142610537" sldId="2147483492"/>
            <ac:spMk id="47" creationId="{94DDAB6F-C957-8E15-CDA1-1E9535B7BAA7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55" creationId="{E95C4892-74F7-B65B-7DB4-EADECDBDB2E0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56" creationId="{5419587D-6099-BE0E-5972-9C2CCC01EAB5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62" creationId="{DCF5A780-F1E9-1FC5-A3B8-0E7E4DD5C0CE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64" creationId="{21FBDD32-1A36-9241-BF86-7CC2F414CA69}"/>
          </ac:spMkLst>
        </pc:spChg>
        <pc:spChg chg="add mod">
          <ac:chgData name="Myers, Eric" userId="0455c707-a384-43fe-b6ff-2c19cecdabd7" providerId="ADAL" clId="{F28748AA-45E3-4F76-8D21-7F7A2E08CF80}" dt="2026-05-07T13:27:41.186" v="2400"/>
          <ac:spMkLst>
            <pc:docMk/>
            <pc:sldMk cId="3142610537" sldId="2147483492"/>
            <ac:spMk id="88" creationId="{196B4F6F-7965-1C0D-7FB8-9377C38F712C}"/>
          </ac:spMkLst>
        </pc:spChg>
        <pc:grpChg chg="mod">
          <ac:chgData name="Myers, Eric" userId="0455c707-a384-43fe-b6ff-2c19cecdabd7" providerId="ADAL" clId="{F28748AA-45E3-4F76-8D21-7F7A2E08CF80}" dt="2026-05-07T13:33:05.390" v="2486" actId="1076"/>
          <ac:grpSpMkLst>
            <pc:docMk/>
            <pc:sldMk cId="3142610537" sldId="2147483492"/>
            <ac:grpSpMk id="5" creationId="{D48A94AD-2661-7AB6-335C-77EB04A4315F}"/>
          </ac:grpSpMkLst>
        </pc:grpChg>
        <pc:picChg chg="del">
          <ac:chgData name="Myers, Eric" userId="0455c707-a384-43fe-b6ff-2c19cecdabd7" providerId="ADAL" clId="{F28748AA-45E3-4F76-8D21-7F7A2E08CF80}" dt="2026-05-07T13:27:29.655" v="2397" actId="478"/>
          <ac:picMkLst>
            <pc:docMk/>
            <pc:sldMk cId="3142610537" sldId="2147483492"/>
            <ac:picMk id="7" creationId="{EDADBD37-2F5B-6A83-6084-3972E377B0F4}"/>
          </ac:picMkLst>
        </pc:picChg>
        <pc:picChg chg="add mod modCrop">
          <ac:chgData name="Myers, Eric" userId="0455c707-a384-43fe-b6ff-2c19cecdabd7" providerId="ADAL" clId="{F28748AA-45E3-4F76-8D21-7F7A2E08CF80}" dt="2026-05-07T13:33:08.452" v="2487" actId="1076"/>
          <ac:picMkLst>
            <pc:docMk/>
            <pc:sldMk cId="3142610537" sldId="2147483492"/>
            <ac:picMk id="92" creationId="{28E5B5B4-C92F-3520-CC91-A9A42E4F1093}"/>
          </ac:picMkLst>
        </pc:picChg>
      </pc:sldChg>
      <pc:sldChg chg="modSp add mod ord">
        <pc:chgData name="Myers, Eric" userId="0455c707-a384-43fe-b6ff-2c19cecdabd7" providerId="ADAL" clId="{F28748AA-45E3-4F76-8D21-7F7A2E08CF80}" dt="2026-04-16T19:56:48.538" v="2136"/>
        <pc:sldMkLst>
          <pc:docMk/>
          <pc:sldMk cId="3334057671" sldId="2147483493"/>
        </pc:sldMkLst>
        <pc:spChg chg="mod">
          <ac:chgData name="Myers, Eric" userId="0455c707-a384-43fe-b6ff-2c19cecdabd7" providerId="ADAL" clId="{F28748AA-45E3-4F76-8D21-7F7A2E08CF80}" dt="2026-04-16T17:24:45.691" v="685" actId="20577"/>
          <ac:spMkLst>
            <pc:docMk/>
            <pc:sldMk cId="3334057671" sldId="2147483493"/>
            <ac:spMk id="2" creationId="{F12D2FF3-936C-8B75-891C-2C52896FF46C}"/>
          </ac:spMkLst>
        </pc:spChg>
        <pc:spChg chg="mod">
          <ac:chgData name="Myers, Eric" userId="0455c707-a384-43fe-b6ff-2c19cecdabd7" providerId="ADAL" clId="{F28748AA-45E3-4F76-8D21-7F7A2E08CF80}" dt="2026-04-16T17:24:21.859" v="680" actId="20577"/>
          <ac:spMkLst>
            <pc:docMk/>
            <pc:sldMk cId="3334057671" sldId="2147483493"/>
            <ac:spMk id="3" creationId="{DCD4B686-3ECD-8F6C-4E22-0AF9E30ECCD8}"/>
          </ac:spMkLst>
        </pc:spChg>
      </pc:sldChg>
      <pc:sldChg chg="addSp delSp modSp new mod ord modClrScheme chgLayout">
        <pc:chgData name="Myers, Eric" userId="0455c707-a384-43fe-b6ff-2c19cecdabd7" providerId="ADAL" clId="{F28748AA-45E3-4F76-8D21-7F7A2E08CF80}" dt="2026-05-07T12:41:37.858" v="2278" actId="20577"/>
        <pc:sldMkLst>
          <pc:docMk/>
          <pc:sldMk cId="2602902767" sldId="2147483494"/>
        </pc:sldMkLst>
        <pc:spChg chg="add mod ord">
          <ac:chgData name="Myers, Eric" userId="0455c707-a384-43fe-b6ff-2c19cecdabd7" providerId="ADAL" clId="{F28748AA-45E3-4F76-8D21-7F7A2E08CF80}" dt="2026-05-07T12:41:37.858" v="2278" actId="20577"/>
          <ac:spMkLst>
            <pc:docMk/>
            <pc:sldMk cId="2602902767" sldId="2147483494"/>
            <ac:spMk id="5" creationId="{4CFD05DA-CBEC-5CFF-2CEF-E32B4311EF87}"/>
          </ac:spMkLst>
        </pc:spChg>
        <pc:spChg chg="add mod ord">
          <ac:chgData name="Myers, Eric" userId="0455c707-a384-43fe-b6ff-2c19cecdabd7" providerId="ADAL" clId="{F28748AA-45E3-4F76-8D21-7F7A2E08CF80}" dt="2026-04-16T17:25:49.081" v="688" actId="700"/>
          <ac:spMkLst>
            <pc:docMk/>
            <pc:sldMk cId="2602902767" sldId="2147483494"/>
            <ac:spMk id="6" creationId="{CAE5F374-0460-6198-7227-C7EFF019A00D}"/>
          </ac:spMkLst>
        </pc:spChg>
      </pc:sldChg>
      <pc:sldChg chg="modSp new del mod ord">
        <pc:chgData name="Myers, Eric" userId="0455c707-a384-43fe-b6ff-2c19cecdabd7" providerId="ADAL" clId="{F28748AA-45E3-4F76-8D21-7F7A2E08CF80}" dt="2026-05-06T12:31:21.981" v="2206" actId="47"/>
        <pc:sldMkLst>
          <pc:docMk/>
          <pc:sldMk cId="1836149814" sldId="2147483495"/>
        </pc:sldMkLst>
      </pc:sldChg>
      <pc:sldChg chg="modSp new mod ord">
        <pc:chgData name="Myers, Eric" userId="0455c707-a384-43fe-b6ff-2c19cecdabd7" providerId="ADAL" clId="{F28748AA-45E3-4F76-8D21-7F7A2E08CF80}" dt="2026-04-16T18:00:41.047" v="1430" actId="20577"/>
        <pc:sldMkLst>
          <pc:docMk/>
          <pc:sldMk cId="831629249" sldId="2147483496"/>
        </pc:sldMkLst>
        <pc:spChg chg="mod">
          <ac:chgData name="Myers, Eric" userId="0455c707-a384-43fe-b6ff-2c19cecdabd7" providerId="ADAL" clId="{F28748AA-45E3-4F76-8D21-7F7A2E08CF80}" dt="2026-04-16T18:00:41.047" v="1430" actId="20577"/>
          <ac:spMkLst>
            <pc:docMk/>
            <pc:sldMk cId="831629249" sldId="2147483496"/>
            <ac:spMk id="3" creationId="{CEDAABFF-6B1B-2909-658A-A3B0F1EABF62}"/>
          </ac:spMkLst>
        </pc:spChg>
      </pc:sldChg>
      <pc:sldChg chg="modSp add mod modAnim">
        <pc:chgData name="Myers, Eric" userId="0455c707-a384-43fe-b6ff-2c19cecdabd7" providerId="ADAL" clId="{F28748AA-45E3-4F76-8D21-7F7A2E08CF80}" dt="2026-04-16T19:50:56.144" v="2130"/>
        <pc:sldMkLst>
          <pc:docMk/>
          <pc:sldMk cId="3056002814" sldId="2147483501"/>
        </pc:sldMkLst>
        <pc:spChg chg="mod">
          <ac:chgData name="Myers, Eric" userId="0455c707-a384-43fe-b6ff-2c19cecdabd7" providerId="ADAL" clId="{F28748AA-45E3-4F76-8D21-7F7A2E08CF80}" dt="2026-04-16T18:19:29.190" v="1635" actId="1076"/>
          <ac:spMkLst>
            <pc:docMk/>
            <pc:sldMk cId="3056002814" sldId="2147483501"/>
            <ac:spMk id="2" creationId="{3BA11764-66F6-DFF3-9AA9-F4D26B3CB550}"/>
          </ac:spMkLst>
        </pc:spChg>
        <pc:spChg chg="mod ord">
          <ac:chgData name="Myers, Eric" userId="0455c707-a384-43fe-b6ff-2c19cecdabd7" providerId="ADAL" clId="{F28748AA-45E3-4F76-8D21-7F7A2E08CF80}" dt="2026-04-16T19:48:56.229" v="2124" actId="166"/>
          <ac:spMkLst>
            <pc:docMk/>
            <pc:sldMk cId="3056002814" sldId="2147483501"/>
            <ac:spMk id="10" creationId="{5142F199-EC0F-F7C4-FC9C-630A0A5D8C06}"/>
          </ac:spMkLst>
        </pc:spChg>
        <pc:spChg chg="mod ord">
          <ac:chgData name="Myers, Eric" userId="0455c707-a384-43fe-b6ff-2c19cecdabd7" providerId="ADAL" clId="{F28748AA-45E3-4F76-8D21-7F7A2E08CF80}" dt="2026-04-16T19:48:56.229" v="2124" actId="166"/>
          <ac:spMkLst>
            <pc:docMk/>
            <pc:sldMk cId="3056002814" sldId="2147483501"/>
            <ac:spMk id="50" creationId="{7036F929-604E-CAF0-39AE-3B79DF4A9FFC}"/>
          </ac:spMkLst>
        </pc:spChg>
        <pc:picChg chg="mod ord">
          <ac:chgData name="Myers, Eric" userId="0455c707-a384-43fe-b6ff-2c19cecdabd7" providerId="ADAL" clId="{F28748AA-45E3-4F76-8D21-7F7A2E08CF80}" dt="2026-04-16T19:48:56.229" v="2124" actId="166"/>
          <ac:picMkLst>
            <pc:docMk/>
            <pc:sldMk cId="3056002814" sldId="2147483501"/>
            <ac:picMk id="26" creationId="{47973F84-61A1-D728-3F98-A3F963D0D9A8}"/>
          </ac:picMkLst>
        </pc:picChg>
        <pc:cxnChg chg="mod">
          <ac:chgData name="Myers, Eric" userId="0455c707-a384-43fe-b6ff-2c19cecdabd7" providerId="ADAL" clId="{F28748AA-45E3-4F76-8D21-7F7A2E08CF80}" dt="2026-04-16T19:49:03.435" v="2125" actId="14100"/>
          <ac:cxnSpMkLst>
            <pc:docMk/>
            <pc:sldMk cId="3056002814" sldId="2147483501"/>
            <ac:cxnSpMk id="17" creationId="{36258335-6F21-6B4E-2A8F-651EC05683D0}"/>
          </ac:cxnSpMkLst>
        </pc:cxnChg>
        <pc:cxnChg chg="mod ord">
          <ac:chgData name="Myers, Eric" userId="0455c707-a384-43fe-b6ff-2c19cecdabd7" providerId="ADAL" clId="{F28748AA-45E3-4F76-8D21-7F7A2E08CF80}" dt="2026-04-16T19:48:46.231" v="2123" actId="167"/>
          <ac:cxnSpMkLst>
            <pc:docMk/>
            <pc:sldMk cId="3056002814" sldId="2147483501"/>
            <ac:cxnSpMk id="57" creationId="{27B2809E-6292-B4FE-61E0-B0FC6018010D}"/>
          </ac:cxnSpMkLst>
        </pc:cxnChg>
        <pc:cxnChg chg="mod">
          <ac:chgData name="Myers, Eric" userId="0455c707-a384-43fe-b6ff-2c19cecdabd7" providerId="ADAL" clId="{F28748AA-45E3-4F76-8D21-7F7A2E08CF80}" dt="2026-04-16T19:49:24.702" v="2126" actId="1582"/>
          <ac:cxnSpMkLst>
            <pc:docMk/>
            <pc:sldMk cId="3056002814" sldId="2147483501"/>
            <ac:cxnSpMk id="83" creationId="{787C6394-A02A-E12B-0DE7-CC12FEC107D2}"/>
          </ac:cxnSpMkLst>
        </pc:cxnChg>
      </pc:sldChg>
      <pc:sldChg chg="modSp add mod">
        <pc:chgData name="Myers, Eric" userId="0455c707-a384-43fe-b6ff-2c19cecdabd7" providerId="ADAL" clId="{F28748AA-45E3-4F76-8D21-7F7A2E08CF80}" dt="2026-04-16T18:23:08.015" v="1856" actId="20577"/>
        <pc:sldMkLst>
          <pc:docMk/>
          <pc:sldMk cId="4089121433" sldId="2147483507"/>
        </pc:sldMkLst>
        <pc:spChg chg="mod">
          <ac:chgData name="Myers, Eric" userId="0455c707-a384-43fe-b6ff-2c19cecdabd7" providerId="ADAL" clId="{F28748AA-45E3-4F76-8D21-7F7A2E08CF80}" dt="2026-04-16T18:23:08.015" v="1856" actId="20577"/>
          <ac:spMkLst>
            <pc:docMk/>
            <pc:sldMk cId="4089121433" sldId="2147483507"/>
            <ac:spMk id="2" creationId="{4863677B-BF7C-7DC2-783B-65DE0C4A5C84}"/>
          </ac:spMkLst>
        </pc:spChg>
        <pc:spChg chg="mod">
          <ac:chgData name="Myers, Eric" userId="0455c707-a384-43fe-b6ff-2c19cecdabd7" providerId="ADAL" clId="{F28748AA-45E3-4F76-8D21-7F7A2E08CF80}" dt="2026-04-16T18:22:25.552" v="1679" actId="20577"/>
          <ac:spMkLst>
            <pc:docMk/>
            <pc:sldMk cId="4089121433" sldId="2147483507"/>
            <ac:spMk id="3" creationId="{E0CBCC5F-7959-31B8-13CB-D0122F670D6B}"/>
          </ac:spMkLst>
        </pc:spChg>
      </pc:sldChg>
      <pc:sldChg chg="add">
        <pc:chgData name="Myers, Eric" userId="0455c707-a384-43fe-b6ff-2c19cecdabd7" providerId="ADAL" clId="{F28748AA-45E3-4F76-8D21-7F7A2E08CF80}" dt="2026-04-16T18:23:15.436" v="1858"/>
        <pc:sldMkLst>
          <pc:docMk/>
          <pc:sldMk cId="2294393287" sldId="2147483508"/>
        </pc:sldMkLst>
      </pc:sldChg>
      <pc:sldChg chg="add">
        <pc:chgData name="Myers, Eric" userId="0455c707-a384-43fe-b6ff-2c19cecdabd7" providerId="ADAL" clId="{F28748AA-45E3-4F76-8D21-7F7A2E08CF80}" dt="2026-04-16T18:23:17.756" v="1859"/>
        <pc:sldMkLst>
          <pc:docMk/>
          <pc:sldMk cId="2836076279" sldId="2147483509"/>
        </pc:sldMkLst>
      </pc:sldChg>
      <pc:sldChg chg="add">
        <pc:chgData name="Myers, Eric" userId="0455c707-a384-43fe-b6ff-2c19cecdabd7" providerId="ADAL" clId="{F28748AA-45E3-4F76-8D21-7F7A2E08CF80}" dt="2026-04-16T18:23:21.665" v="1861"/>
        <pc:sldMkLst>
          <pc:docMk/>
          <pc:sldMk cId="3074387787" sldId="2147483510"/>
        </pc:sldMkLst>
      </pc:sldChg>
      <pc:sldChg chg="modSp add mod ord">
        <pc:chgData name="Myers, Eric" userId="0455c707-a384-43fe-b6ff-2c19cecdabd7" providerId="ADAL" clId="{F28748AA-45E3-4F76-8D21-7F7A2E08CF80}" dt="2026-04-16T19:56:52.730" v="2138"/>
        <pc:sldMkLst>
          <pc:docMk/>
          <pc:sldMk cId="2213492324" sldId="2147483511"/>
        </pc:sldMkLst>
        <pc:spChg chg="mod">
          <ac:chgData name="Myers, Eric" userId="0455c707-a384-43fe-b6ff-2c19cecdabd7" providerId="ADAL" clId="{F28748AA-45E3-4F76-8D21-7F7A2E08CF80}" dt="2026-04-16T18:24:14.868" v="1964" actId="20577"/>
          <ac:spMkLst>
            <pc:docMk/>
            <pc:sldMk cId="2213492324" sldId="2147483511"/>
            <ac:spMk id="2" creationId="{0D2C9F1C-1E67-AD6E-2E8F-BC3275F6402D}"/>
          </ac:spMkLst>
        </pc:spChg>
        <pc:spChg chg="mod">
          <ac:chgData name="Myers, Eric" userId="0455c707-a384-43fe-b6ff-2c19cecdabd7" providerId="ADAL" clId="{F28748AA-45E3-4F76-8D21-7F7A2E08CF80}" dt="2026-04-16T18:23:51.558" v="1874" actId="20577"/>
          <ac:spMkLst>
            <pc:docMk/>
            <pc:sldMk cId="2213492324" sldId="2147483511"/>
            <ac:spMk id="3" creationId="{CF17A10D-5081-5821-853A-4B24800874B4}"/>
          </ac:spMkLst>
        </pc:spChg>
      </pc:sldChg>
      <pc:sldChg chg="modSp add mod ord">
        <pc:chgData name="Myers, Eric" userId="0455c707-a384-43fe-b6ff-2c19cecdabd7" providerId="ADAL" clId="{F28748AA-45E3-4F76-8D21-7F7A2E08CF80}" dt="2026-05-07T12:42:46.281" v="2311"/>
        <pc:sldMkLst>
          <pc:docMk/>
          <pc:sldMk cId="3074244412" sldId="2147483513"/>
        </pc:sldMkLst>
        <pc:spChg chg="mod">
          <ac:chgData name="Myers, Eric" userId="0455c707-a384-43fe-b6ff-2c19cecdabd7" providerId="ADAL" clId="{F28748AA-45E3-4F76-8D21-7F7A2E08CF80}" dt="2026-05-07T12:42:42.805" v="2309" actId="20577"/>
          <ac:spMkLst>
            <pc:docMk/>
            <pc:sldMk cId="3074244412" sldId="2147483513"/>
            <ac:spMk id="5" creationId="{6297B970-B31F-0230-28A9-284CB6A7D1CE}"/>
          </ac:spMkLst>
        </pc:spChg>
      </pc:sldChg>
      <pc:sldChg chg="modSp add mod">
        <pc:chgData name="Myers, Eric" userId="0455c707-a384-43fe-b6ff-2c19cecdabd7" providerId="ADAL" clId="{F28748AA-45E3-4F76-8D21-7F7A2E08CF80}" dt="2026-04-16T19:50:47.799" v="2129" actId="1076"/>
        <pc:sldMkLst>
          <pc:docMk/>
          <pc:sldMk cId="1332407639" sldId="2147483514"/>
        </pc:sldMkLst>
        <pc:spChg chg="mod">
          <ac:chgData name="Myers, Eric" userId="0455c707-a384-43fe-b6ff-2c19cecdabd7" providerId="ADAL" clId="{F28748AA-45E3-4F76-8D21-7F7A2E08CF80}" dt="2026-04-16T19:50:47.799" v="2129" actId="1076"/>
          <ac:spMkLst>
            <pc:docMk/>
            <pc:sldMk cId="1332407639" sldId="2147483514"/>
            <ac:spMk id="2" creationId="{6B1EA493-2858-3609-3163-A5578555E461}"/>
          </ac:spMkLst>
        </pc:spChg>
      </pc:sldChg>
      <pc:sldChg chg="add">
        <pc:chgData name="Myers, Eric" userId="0455c707-a384-43fe-b6ff-2c19cecdabd7" providerId="ADAL" clId="{F28748AA-45E3-4F76-8D21-7F7A2E08CF80}" dt="2026-04-16T19:51:02.066" v="2131"/>
        <pc:sldMkLst>
          <pc:docMk/>
          <pc:sldMk cId="2807910040" sldId="2147483515"/>
        </pc:sldMkLst>
      </pc:sldChg>
      <pc:sldChg chg="add">
        <pc:chgData name="Myers, Eric" userId="0455c707-a384-43fe-b6ff-2c19cecdabd7" providerId="ADAL" clId="{F28748AA-45E3-4F76-8D21-7F7A2E08CF80}" dt="2026-04-16T19:51:07.177" v="2133"/>
        <pc:sldMkLst>
          <pc:docMk/>
          <pc:sldMk cId="397639489" sldId="2147483516"/>
        </pc:sldMkLst>
      </pc:sldChg>
      <pc:sldChg chg="delSp add mod delAnim">
        <pc:chgData name="Myers, Eric" userId="0455c707-a384-43fe-b6ff-2c19cecdabd7" providerId="ADAL" clId="{F28748AA-45E3-4F76-8D21-7F7A2E08CF80}" dt="2026-04-16T20:20:55.340" v="2161" actId="478"/>
        <pc:sldMkLst>
          <pc:docMk/>
          <pc:sldMk cId="3756695107" sldId="2147483517"/>
        </pc:sldMkLst>
      </pc:sldChg>
      <pc:sldChg chg="modSp new mod">
        <pc:chgData name="Myers, Eric" userId="0455c707-a384-43fe-b6ff-2c19cecdabd7" providerId="ADAL" clId="{F28748AA-45E3-4F76-8D21-7F7A2E08CF80}" dt="2026-05-07T12:43:19.012" v="2350" actId="20577"/>
        <pc:sldMkLst>
          <pc:docMk/>
          <pc:sldMk cId="4108220486" sldId="2147483518"/>
        </pc:sldMkLst>
        <pc:spChg chg="mod">
          <ac:chgData name="Myers, Eric" userId="0455c707-a384-43fe-b6ff-2c19cecdabd7" providerId="ADAL" clId="{F28748AA-45E3-4F76-8D21-7F7A2E08CF80}" dt="2026-05-07T12:43:19.012" v="2350" actId="20577"/>
          <ac:spMkLst>
            <pc:docMk/>
            <pc:sldMk cId="4108220486" sldId="2147483518"/>
            <ac:spMk id="3" creationId="{16CC3F9C-C88C-6F8A-9980-987B299570C0}"/>
          </ac:spMkLst>
        </pc:spChg>
      </pc:sldChg>
      <pc:sldChg chg="addSp delSp modSp new del mod">
        <pc:chgData name="Myers, Eric" userId="0455c707-a384-43fe-b6ff-2c19cecdabd7" providerId="ADAL" clId="{F28748AA-45E3-4F76-8D21-7F7A2E08CF80}" dt="2026-05-07T13:05:32.041" v="2396" actId="47"/>
        <pc:sldMkLst>
          <pc:docMk/>
          <pc:sldMk cId="114057314" sldId="2147483519"/>
        </pc:sldMkLst>
        <pc:spChg chg="del">
          <ac:chgData name="Myers, Eric" userId="0455c707-a384-43fe-b6ff-2c19cecdabd7" providerId="ADAL" clId="{F28748AA-45E3-4F76-8D21-7F7A2E08CF80}" dt="2026-05-07T13:00:12.165" v="2373" actId="478"/>
          <ac:spMkLst>
            <pc:docMk/>
            <pc:sldMk cId="114057314" sldId="2147483519"/>
            <ac:spMk id="2" creationId="{25463A0D-1C10-68F6-93D0-2C9977D77399}"/>
          </ac:spMkLst>
        </pc:spChg>
        <pc:spChg chg="add mod">
          <ac:chgData name="Myers, Eric" userId="0455c707-a384-43fe-b6ff-2c19cecdabd7" providerId="ADAL" clId="{F28748AA-45E3-4F76-8D21-7F7A2E08CF80}" dt="2026-05-07T13:03:48.675" v="2391" actId="14100"/>
          <ac:spMkLst>
            <pc:docMk/>
            <pc:sldMk cId="114057314" sldId="2147483519"/>
            <ac:spMk id="8" creationId="{DDC09DC8-37A7-4408-DF8E-0258EA9F4FDE}"/>
          </ac:spMkLst>
        </pc:spChg>
        <pc:picChg chg="add mod modCrop">
          <ac:chgData name="Myers, Eric" userId="0455c707-a384-43fe-b6ff-2c19cecdabd7" providerId="ADAL" clId="{F28748AA-45E3-4F76-8D21-7F7A2E08CF80}" dt="2026-05-07T13:01:06.510" v="2378" actId="1076"/>
          <ac:picMkLst>
            <pc:docMk/>
            <pc:sldMk cId="114057314" sldId="2147483519"/>
            <ac:picMk id="4" creationId="{F944D5DB-EE0D-C136-8763-0027411C5A1C}"/>
          </ac:picMkLst>
        </pc:picChg>
        <pc:picChg chg="add del mod">
          <ac:chgData name="Myers, Eric" userId="0455c707-a384-43fe-b6ff-2c19cecdabd7" providerId="ADAL" clId="{F28748AA-45E3-4F76-8D21-7F7A2E08CF80}" dt="2026-05-07T13:04:15.023" v="2395" actId="21"/>
          <ac:picMkLst>
            <pc:docMk/>
            <pc:sldMk cId="114057314" sldId="2147483519"/>
            <ac:picMk id="9" creationId="{3F66450E-0944-07F0-0CC5-7AF97D1DA809}"/>
          </ac:picMkLst>
        </pc:picChg>
        <pc:picChg chg="add del">
          <ac:chgData name="Myers, Eric" userId="0455c707-a384-43fe-b6ff-2c19cecdabd7" providerId="ADAL" clId="{F28748AA-45E3-4F76-8D21-7F7A2E08CF80}" dt="2026-05-07T12:56:24.508" v="2353" actId="478"/>
          <ac:picMkLst>
            <pc:docMk/>
            <pc:sldMk cId="114057314" sldId="2147483519"/>
            <ac:picMk id="1026" creationId="{780AE9E8-EE5E-519B-5870-8D82BBBE0C1F}"/>
          </ac:picMkLst>
        </pc:picChg>
        <pc:cxnChg chg="add mod">
          <ac:chgData name="Myers, Eric" userId="0455c707-a384-43fe-b6ff-2c19cecdabd7" providerId="ADAL" clId="{F28748AA-45E3-4F76-8D21-7F7A2E08CF80}" dt="2026-05-07T13:03:55.005" v="2392" actId="1076"/>
          <ac:cxnSpMkLst>
            <pc:docMk/>
            <pc:sldMk cId="114057314" sldId="2147483519"/>
            <ac:cxnSpMk id="6" creationId="{61C9B2A7-0E62-8F8C-1A73-0FEA16F11335}"/>
          </ac:cxnSpMkLst>
        </pc:cxnChg>
      </pc:sldChg>
      <pc:sldMasterChg chg="delSldLayout">
        <pc:chgData name="Myers, Eric" userId="0455c707-a384-43fe-b6ff-2c19cecdabd7" providerId="ADAL" clId="{F28748AA-45E3-4F76-8D21-7F7A2E08CF80}" dt="2026-04-16T18:40:54.216" v="2085" actId="47"/>
        <pc:sldMasterMkLst>
          <pc:docMk/>
          <pc:sldMasterMk cId="3941020606" sldId="214748386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0579D-5412-4EB9-B8AE-311FD3997FBC}" type="datetimeFigureOut">
              <a:rPr lang="en-US" smtClean="0">
                <a:latin typeface="Arial" panose="020B0604020202020204" pitchFamily="34" charset="0"/>
              </a:rPr>
              <a:t>08-May-26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5AC85-F1B1-4669-8DB4-7B0070B084B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776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EA5B416-5F0F-4485-8D14-92CEBB19703D}" type="datetimeFigureOut">
              <a:rPr lang="en-US" smtClean="0"/>
              <a:pPr/>
              <a:t>08-May-26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06B116C-1CAD-49E2-B44E-AB4A995DEB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59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3152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46304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219456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926080" algn="l" defTabSz="1463040" rtl="0" eaLnBrk="1" latinLnBrk="0" hangingPunct="1">
      <a:defRPr sz="1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65760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146304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7269-0BCF-6804-6F8F-69B15C41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34B46-4C50-9B63-7CE8-6803A6F98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6A576-A747-9A0F-9B42-890E25539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Source: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https://</a:t>
            </a:r>
            <a:r>
              <a:rPr lang="en-US" err="1"/>
              <a:t>www.aptlytech.com</a:t>
            </a:r>
            <a:r>
              <a:rPr lang="en-US"/>
              <a:t>/ai-infrastructure-comparing-cloud-vs-edge-vs-</a:t>
            </a:r>
            <a:r>
              <a:rPr lang="en-US" err="1"/>
              <a:t>onp</a:t>
            </a:r>
            <a:r>
              <a:rPr lang="en-US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32B92-C3E0-204E-4F28-C0EEFA37D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80A9B-D6C3-7543-85E7-7B60CA0FE2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876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4ABD-EE9B-7A63-1C20-CEF2E2C9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4E6D9-A62C-F710-CD70-7BEDFDE6A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46229-7D7E-731A-F06F-9AD15878F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Source: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https://</a:t>
            </a:r>
            <a:r>
              <a:rPr lang="en-US" err="1"/>
              <a:t>www.aptlytech.com</a:t>
            </a:r>
            <a:r>
              <a:rPr lang="en-US"/>
              <a:t>/ai-infrastructure-comparing-cloud-vs-edge-vs-</a:t>
            </a:r>
            <a:r>
              <a:rPr lang="en-US" err="1"/>
              <a:t>onp</a:t>
            </a:r>
            <a:r>
              <a:rPr lang="en-US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E5A37-E00A-A1F0-0BB0-015E82E6B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80A9B-D6C3-7543-85E7-7B60CA0FE2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533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4ABD-EE9B-7A63-1C20-CEF2E2C9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4E6D9-A62C-F710-CD70-7BEDFDE6A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46229-7D7E-731A-F06F-9AD15878F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Source: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https://</a:t>
            </a:r>
            <a:r>
              <a:rPr lang="en-US" err="1"/>
              <a:t>www.aptlytech.com</a:t>
            </a:r>
            <a:r>
              <a:rPr lang="en-US"/>
              <a:t>/ai-infrastructure-comparing-cloud-vs-edge-vs-</a:t>
            </a:r>
            <a:r>
              <a:rPr lang="en-US" err="1"/>
              <a:t>onp</a:t>
            </a:r>
            <a:r>
              <a:rPr lang="en-US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E5A37-E00A-A1F0-0BB0-015E82E6B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80A9B-D6C3-7543-85E7-7B60CA0FE2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700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4460-62D8-CE15-39ED-02521F1A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7B4B7-F792-F945-6D5A-3C5C59B60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24F6D-EC94-F454-419F-CB99A96F5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Source: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https://</a:t>
            </a:r>
            <a:r>
              <a:rPr lang="en-US" err="1"/>
              <a:t>www.aptlytech.com</a:t>
            </a:r>
            <a:r>
              <a:rPr lang="en-US"/>
              <a:t>/ai-infrastructure-comparing-cloud-vs-edge-vs-</a:t>
            </a:r>
            <a:r>
              <a:rPr lang="en-US" err="1"/>
              <a:t>onp</a:t>
            </a:r>
            <a:r>
              <a:rPr lang="en-US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31FE9-1393-3F1E-FE7A-D98F1C4FA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80A9B-D6C3-7543-85E7-7B60CA0FE2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8131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7950A-5D69-00B0-78A1-212031DF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ED6A1-0489-8C00-15C7-5EC504AEF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C4B62-16B4-6473-3B8D-6A9551491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Source: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https://</a:t>
            </a:r>
            <a:r>
              <a:rPr lang="en-US" err="1"/>
              <a:t>www.aptlytech.com</a:t>
            </a:r>
            <a:r>
              <a:rPr lang="en-US"/>
              <a:t>/ai-infrastructure-comparing-cloud-vs-edge-vs-</a:t>
            </a:r>
            <a:r>
              <a:rPr lang="en-US" err="1"/>
              <a:t>onp</a:t>
            </a:r>
            <a:r>
              <a:rPr lang="en-US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8131E-CDAB-268C-9AAD-8DDF3BCA2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80A9B-D6C3-7543-85E7-7B60CA0FE2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3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emf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 userDrawn="1"/>
        </p:nvSpPr>
        <p:spPr>
          <a:xfrm>
            <a:off x="0" y="0"/>
            <a:ext cx="14630400" cy="72310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15254" y="0"/>
            <a:ext cx="5415146" cy="723015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318635"/>
            <a:ext cx="6367654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2955782"/>
            <a:ext cx="6367654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8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168" y="2275119"/>
            <a:ext cx="14630380" cy="3670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 userDrawn="1"/>
        </p:nvSpPr>
        <p:spPr>
          <a:xfrm>
            <a:off x="7315201" y="6302865"/>
            <a:ext cx="73152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6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 userDrawn="1"/>
        </p:nvSpPr>
        <p:spPr>
          <a:xfrm>
            <a:off x="7315201" y="6302865"/>
            <a:ext cx="73152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168" y="2275119"/>
            <a:ext cx="14630380" cy="367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1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6" y="478913"/>
            <a:ext cx="13262847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1755350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9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6" y="1264976"/>
            <a:ext cx="13262847" cy="1276437"/>
          </a:xfrm>
        </p:spPr>
        <p:txBody>
          <a:bodyPr lIns="91440">
            <a:noAutofit/>
          </a:bodyPr>
          <a:lstStyle>
            <a:lvl1pPr algn="r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0265" y="2541413"/>
            <a:ext cx="10476358" cy="910340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6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310" y="5514051"/>
            <a:ext cx="13262847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1" y="6790488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5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3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3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9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2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2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4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6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8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68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4630400" cy="723106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6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2036829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238" y="2909795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7" y="3782761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237" y="4655727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7" y="5528693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37" y="6401657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4493" y="2036829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4493" y="2909795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492" y="3782761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4492" y="4655727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4492" y="5528693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94492" y="6401657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89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76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9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6666189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25" indent="0">
              <a:buNone/>
              <a:defRPr sz="1800"/>
            </a:lvl2pPr>
            <a:lvl3pPr marL="688975" indent="0">
              <a:buNone/>
              <a:defRPr sz="1800"/>
            </a:lvl3pPr>
            <a:lvl4pPr marL="976312" indent="0">
              <a:buNone/>
              <a:defRPr sz="1800"/>
            </a:lvl4pPr>
            <a:lvl5pPr marL="131445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6666188" cy="5969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0973" y="2652903"/>
            <a:ext cx="6666189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25" indent="0">
              <a:buNone/>
              <a:defRPr sz="1800"/>
            </a:lvl2pPr>
            <a:lvl3pPr marL="688975" indent="0">
              <a:buNone/>
              <a:defRPr sz="1800"/>
            </a:lvl3pPr>
            <a:lvl4pPr marL="976312" indent="0">
              <a:buNone/>
              <a:defRPr sz="1800"/>
            </a:lvl4pPr>
            <a:lvl5pPr marL="131445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0974" y="1960631"/>
            <a:ext cx="6666188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80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Block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68898" y="801451"/>
            <a:ext cx="8958263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899" y="2145118"/>
            <a:ext cx="8958263" cy="5170082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FA95EFE-A82E-97DE-9182-57C867C5A4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74F657-CE88-2203-5F5D-65C0CCA6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60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0" y="2305437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8" y="0"/>
            <a:ext cx="33782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8" y="2502858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37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0" y="2305437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8" y="0"/>
            <a:ext cx="33782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8" y="2502858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516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F8B6F9-70E2-DC92-6A96-A82D7F4A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802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1960631"/>
            <a:ext cx="13623926" cy="524769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04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0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5" y="2298700"/>
            <a:ext cx="636919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3230815"/>
            <a:ext cx="5908489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52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18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0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5" y="2298700"/>
            <a:ext cx="636919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3230815"/>
            <a:ext cx="5908489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09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42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1" y="2298700"/>
            <a:ext cx="377149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5425146" y="2298700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3230815"/>
            <a:ext cx="3771490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5425146" y="3230815"/>
            <a:ext cx="3771487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1323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58512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2300767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230814"/>
            <a:ext cx="3771487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371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751516" y="2600325"/>
            <a:ext cx="8375616" cy="311347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339725" indent="0">
              <a:lnSpc>
                <a:spcPct val="150000"/>
              </a:lnSpc>
              <a:buNone/>
              <a:defRPr sz="2000"/>
            </a:lvl2pPr>
            <a:lvl3pPr marL="688975" indent="0">
              <a:lnSpc>
                <a:spcPct val="150000"/>
              </a:lnSpc>
              <a:buNone/>
              <a:defRPr sz="2000"/>
            </a:lvl3pPr>
            <a:lvl4pPr marL="976312" indent="0">
              <a:lnSpc>
                <a:spcPct val="150000"/>
              </a:lnSpc>
              <a:buNone/>
              <a:defRPr sz="2000"/>
            </a:lvl4pPr>
            <a:lvl5pPr marL="1314450" indent="0">
              <a:lnSpc>
                <a:spcPct val="15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97514" y="1943100"/>
            <a:ext cx="0" cy="4874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1515" y="5819685"/>
            <a:ext cx="459263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51515" y="6158867"/>
            <a:ext cx="4592639" cy="74722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7515" y="801451"/>
            <a:ext cx="8629618" cy="606582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515" y="1943100"/>
            <a:ext cx="420678" cy="42067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05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0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0" y="2074470"/>
            <a:ext cx="8604349" cy="4737885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72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7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3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45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8559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2" y="5699765"/>
            <a:ext cx="4014988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2" y="6038947"/>
            <a:ext cx="4014988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0" y="1417244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0" y="1417245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92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337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00486" y="2340350"/>
            <a:ext cx="11626676" cy="503523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500486" y="2886393"/>
            <a:ext cx="11626676" cy="136663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38" y="2432749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0486" y="4596722"/>
            <a:ext cx="11626676" cy="503523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00486" y="5142765"/>
            <a:ext cx="11626676" cy="136663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3238" y="4689121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4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616687"/>
            <a:ext cx="4302678" cy="729227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237" y="1597026"/>
            <a:ext cx="3060250" cy="1348193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339725" indent="0">
              <a:buNone/>
              <a:defRPr sz="2800"/>
            </a:lvl2pPr>
            <a:lvl3pPr marL="688975" indent="0">
              <a:buNone/>
              <a:defRPr sz="2800"/>
            </a:lvl3pPr>
            <a:lvl4pPr marL="976312" indent="0">
              <a:buNone/>
              <a:defRPr sz="2800"/>
            </a:lvl4pPr>
            <a:lvl5pPr marL="1314450" indent="0">
              <a:buNone/>
              <a:defRPr sz="280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03233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0853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20853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8404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166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166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45907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669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669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93410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5172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5172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3233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20853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20853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8404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166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0166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5907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669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7669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93410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5172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5172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84049" y="256710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01669" y="272382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01669" y="302862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459079" y="256710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76699" y="272382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76699" y="302862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660759" y="919031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78379" y="1075749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78379" y="1380550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35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 userDrawn="1"/>
        </p:nvSpPr>
        <p:spPr>
          <a:xfrm>
            <a:off x="9706770" y="1714500"/>
            <a:ext cx="492363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7" y="1872517"/>
            <a:ext cx="8713913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8713913" cy="3831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1994359"/>
            <a:ext cx="415822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045239"/>
            <a:ext cx="4158220" cy="383105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968942" y="2900583"/>
            <a:ext cx="41582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12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7" y="1872517"/>
            <a:ext cx="1362392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13623924" cy="3831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247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9B7C343-9278-D462-40D5-EBDFE3A21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2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 userDrawn="1"/>
        </p:nvSpPr>
        <p:spPr bwMode="auto">
          <a:xfrm>
            <a:off x="0" y="0"/>
            <a:ext cx="14630400" cy="7434470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541176" y="1081750"/>
            <a:ext cx="135480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72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6600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08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/>
        </p:nvSpPr>
        <p:spPr>
          <a:xfrm>
            <a:off x="0" y="1"/>
            <a:ext cx="14630400" cy="72310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5254" y="0"/>
            <a:ext cx="5415146" cy="723015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318635"/>
            <a:ext cx="6367654" cy="1276438"/>
          </a:xfrm>
        </p:spPr>
        <p:txBody>
          <a:bodyPr lIns="91440">
            <a:noAutofit/>
          </a:bodyPr>
          <a:lstStyle>
            <a:lvl1pPr algn="l" defTabSz="1462981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2955783"/>
            <a:ext cx="6367654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4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168" y="2275120"/>
            <a:ext cx="14630380" cy="3670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/>
        </p:nvSpPr>
        <p:spPr>
          <a:xfrm>
            <a:off x="7315201" y="6302866"/>
            <a:ext cx="7315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128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/>
        </p:nvSpPr>
        <p:spPr>
          <a:xfrm>
            <a:off x="7315201" y="6302866"/>
            <a:ext cx="7315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8168" y="2275120"/>
            <a:ext cx="14630380" cy="367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724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2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478913"/>
            <a:ext cx="13262848" cy="1276438"/>
          </a:xfrm>
        </p:spPr>
        <p:txBody>
          <a:bodyPr lIns="91440">
            <a:noAutofit/>
          </a:bodyPr>
          <a:lstStyle>
            <a:lvl1pPr algn="l" defTabSz="1462981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1755350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389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2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264976"/>
            <a:ext cx="13262848" cy="1276438"/>
          </a:xfrm>
        </p:spPr>
        <p:txBody>
          <a:bodyPr lIns="91440">
            <a:noAutofit/>
          </a:bodyPr>
          <a:lstStyle>
            <a:lvl1pPr algn="r" defTabSz="1462981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0265" y="2541414"/>
            <a:ext cx="10476358" cy="910340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318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2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311" y="5514051"/>
            <a:ext cx="13262848" cy="1276438"/>
          </a:xfrm>
        </p:spPr>
        <p:txBody>
          <a:bodyPr lIns="91440">
            <a:noAutofit/>
          </a:bodyPr>
          <a:lstStyle>
            <a:lvl1pPr algn="l" defTabSz="1462981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1" y="6790489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690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3" y="-1"/>
            <a:ext cx="5376485" cy="2936728"/>
          </a:xfrm>
          <a:solidFill>
            <a:schemeClr val="accent3"/>
          </a:solidFill>
        </p:spPr>
        <p:txBody>
          <a:bodyPr lIns="91440">
            <a:noAutofit/>
          </a:bodyPr>
          <a:lstStyle>
            <a:lvl1pPr marL="274309" algn="l" defTabSz="146298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3"/>
          </a:solidFill>
        </p:spPr>
        <p:txBody>
          <a:bodyPr/>
          <a:lstStyle>
            <a:lvl1pPr marL="274309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762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3" y="-1"/>
            <a:ext cx="5376485" cy="2936728"/>
          </a:xfrm>
          <a:solidFill>
            <a:schemeClr val="accent2"/>
          </a:solidFill>
        </p:spPr>
        <p:txBody>
          <a:bodyPr lIns="91440">
            <a:noAutofit/>
          </a:bodyPr>
          <a:lstStyle>
            <a:lvl1pPr marL="274309" algn="l" defTabSz="146298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2"/>
          </a:solidFill>
        </p:spPr>
        <p:txBody>
          <a:bodyPr/>
          <a:lstStyle>
            <a:lvl1pPr marL="274309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116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3" y="-1"/>
            <a:ext cx="5376485" cy="2936728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274309" algn="l" defTabSz="146298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6"/>
          </a:solidFill>
        </p:spPr>
        <p:txBody>
          <a:bodyPr/>
          <a:lstStyle>
            <a:lvl1pPr marL="274309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800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8547101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1"/>
            <a:ext cx="5580062" cy="2050895"/>
          </a:xfrm>
        </p:spPr>
        <p:txBody>
          <a:bodyPr>
            <a:noAutofit/>
          </a:bodyPr>
          <a:lstStyle>
            <a:lvl1pPr algn="l" defTabSz="146298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2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671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8547101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1"/>
            <a:ext cx="5580062" cy="2050895"/>
          </a:xfrm>
        </p:spPr>
        <p:txBody>
          <a:bodyPr>
            <a:noAutofit/>
          </a:bodyPr>
          <a:lstStyle>
            <a:lvl1pPr algn="l" defTabSz="146298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2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977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4630400" cy="723106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8547101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1"/>
            <a:ext cx="5580062" cy="2050895"/>
          </a:xfrm>
        </p:spPr>
        <p:txBody>
          <a:bodyPr>
            <a:noAutofit/>
          </a:bodyPr>
          <a:lstStyle>
            <a:lvl1pPr algn="l" defTabSz="146298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2"/>
            <a:ext cx="1768351" cy="454588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566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2036830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238" y="2909796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7" y="3782761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237" y="4655728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7" y="5528694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37" y="6401658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4493" y="2036830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4493" y="2909796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492" y="3782761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4492" y="4655728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4492" y="5528694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94492" y="6401658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055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4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2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421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4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2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602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4"/>
            <a:ext cx="6666190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12" indent="0">
              <a:buNone/>
              <a:defRPr sz="1800"/>
            </a:lvl2pPr>
            <a:lvl3pPr marL="688948" indent="0">
              <a:buNone/>
              <a:defRPr sz="1800"/>
            </a:lvl3pPr>
            <a:lvl4pPr marL="976273" indent="0">
              <a:buNone/>
              <a:defRPr sz="1800"/>
            </a:lvl4pPr>
            <a:lvl5pPr marL="1314397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9" y="1960632"/>
            <a:ext cx="6666188" cy="5969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0973" y="2652904"/>
            <a:ext cx="6666190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12" indent="0">
              <a:buNone/>
              <a:defRPr sz="1800"/>
            </a:lvl2pPr>
            <a:lvl3pPr marL="688948" indent="0">
              <a:buNone/>
              <a:defRPr sz="1800"/>
            </a:lvl3pPr>
            <a:lvl4pPr marL="976273" indent="0">
              <a:buNone/>
              <a:defRPr sz="1800"/>
            </a:lvl4pPr>
            <a:lvl5pPr marL="1314397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0974" y="1960632"/>
            <a:ext cx="6666188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7256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Block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68898" y="801451"/>
            <a:ext cx="8958263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900" y="2145118"/>
            <a:ext cx="8958263" cy="5170082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12" indent="0">
              <a:buNone/>
              <a:defRPr sz="1700"/>
            </a:lvl2pPr>
            <a:lvl3pPr marL="688948" indent="0">
              <a:buNone/>
              <a:defRPr sz="1700"/>
            </a:lvl3pPr>
            <a:lvl4pPr marL="976273" indent="0">
              <a:buNone/>
              <a:defRPr sz="1700"/>
            </a:lvl4pPr>
            <a:lvl5pPr marL="1314397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FA95EFE-A82E-97DE-9182-57C867C5A4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74F657-CE88-2203-5F5D-65C0CCA6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777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1" y="2305438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12" indent="0">
              <a:buNone/>
              <a:defRPr sz="1700"/>
            </a:lvl2pPr>
            <a:lvl3pPr marL="688948" indent="0">
              <a:buNone/>
              <a:defRPr sz="1700"/>
            </a:lvl3pPr>
            <a:lvl4pPr marL="976273" indent="0">
              <a:buNone/>
              <a:defRPr sz="1700"/>
            </a:lvl4pPr>
            <a:lvl5pPr marL="1314397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9" y="0"/>
            <a:ext cx="3378202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9" y="2502859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980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1" y="2305438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12" indent="0">
              <a:buNone/>
              <a:defRPr sz="1700"/>
            </a:lvl2pPr>
            <a:lvl3pPr marL="688948" indent="0">
              <a:buNone/>
              <a:defRPr sz="1700"/>
            </a:lvl3pPr>
            <a:lvl4pPr marL="976273" indent="0">
              <a:buNone/>
              <a:defRPr sz="1700"/>
            </a:lvl4pPr>
            <a:lvl5pPr marL="1314397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9" y="0"/>
            <a:ext cx="3378202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9" y="2502859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353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4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2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F8B6F9-70E2-DC92-6A96-A82D7F4A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615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1960631"/>
            <a:ext cx="13623926" cy="524769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785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1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6" y="2298700"/>
            <a:ext cx="6369196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3230815"/>
            <a:ext cx="5908489" cy="306838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771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41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1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6" y="2298700"/>
            <a:ext cx="6369196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3230815"/>
            <a:ext cx="5908489" cy="306838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133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774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1" y="2298700"/>
            <a:ext cx="377149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5425148" y="2298700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3230815"/>
            <a:ext cx="3771490" cy="306838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5425146" y="3230815"/>
            <a:ext cx="3771487" cy="306838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/>
        </p:nvCxnSpPr>
        <p:spPr bwMode="auto">
          <a:xfrm>
            <a:off x="5041324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/>
        </p:nvCxnSpPr>
        <p:spPr bwMode="auto">
          <a:xfrm>
            <a:off x="958512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3" y="2300767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3" y="3230814"/>
            <a:ext cx="3771487" cy="3068386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599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751516" y="2600326"/>
            <a:ext cx="8375616" cy="311347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339712" indent="0">
              <a:lnSpc>
                <a:spcPct val="150000"/>
              </a:lnSpc>
              <a:buNone/>
              <a:defRPr sz="2000"/>
            </a:lvl2pPr>
            <a:lvl3pPr marL="688948" indent="0">
              <a:lnSpc>
                <a:spcPct val="150000"/>
              </a:lnSpc>
              <a:buNone/>
              <a:defRPr sz="2000"/>
            </a:lvl3pPr>
            <a:lvl4pPr marL="976273" indent="0">
              <a:lnSpc>
                <a:spcPct val="150000"/>
              </a:lnSpc>
              <a:buNone/>
              <a:defRPr sz="2000"/>
            </a:lvl4pPr>
            <a:lvl5pPr marL="1314397" indent="0">
              <a:lnSpc>
                <a:spcPct val="15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5497514" y="1943101"/>
            <a:ext cx="0" cy="4874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1517" y="5819686"/>
            <a:ext cx="459263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51517" y="6158867"/>
            <a:ext cx="4592639" cy="74722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48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273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397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7515" y="801452"/>
            <a:ext cx="8629618" cy="606582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515" y="1943101"/>
            <a:ext cx="420678" cy="42067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415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/>
        </p:nvSpPr>
        <p:spPr>
          <a:xfrm>
            <a:off x="0" y="1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1" y="2074470"/>
            <a:ext cx="8604349" cy="473788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7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48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273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397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/>
        </p:nvCxnSpPr>
        <p:spPr bwMode="auto">
          <a:xfrm>
            <a:off x="5048560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3" y="5699766"/>
            <a:ext cx="4014988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3" y="6038948"/>
            <a:ext cx="4014988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48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273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397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1" y="1417245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1" y="1417246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24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7341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00486" y="2340351"/>
            <a:ext cx="11626676" cy="503524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500486" y="2886393"/>
            <a:ext cx="11626676" cy="1366630"/>
          </a:xfrm>
        </p:spPr>
        <p:txBody>
          <a:bodyPr>
            <a:noAutofit/>
          </a:bodyPr>
          <a:lstStyle>
            <a:lvl1pPr marL="285738" indent="-285738">
              <a:buFont typeface="Arial" panose="020B0604020202020204" pitchFamily="34" charset="0"/>
              <a:buChar char="•"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39" y="2432750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0486" y="4596723"/>
            <a:ext cx="11626676" cy="503524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00486" y="5142765"/>
            <a:ext cx="11626676" cy="1366630"/>
          </a:xfrm>
        </p:spPr>
        <p:txBody>
          <a:bodyPr>
            <a:noAutofit/>
          </a:bodyPr>
          <a:lstStyle>
            <a:lvl1pPr marL="285738" indent="-285738">
              <a:buFont typeface="Arial" panose="020B0604020202020204" pitchFamily="34" charset="0"/>
              <a:buChar char="•"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3239" y="4689122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0096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616688"/>
            <a:ext cx="4302678" cy="729227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237" y="1597027"/>
            <a:ext cx="3060250" cy="1348193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339712" indent="0">
              <a:buNone/>
              <a:defRPr sz="2800"/>
            </a:lvl2pPr>
            <a:lvl3pPr marL="688948" indent="0">
              <a:buNone/>
              <a:defRPr sz="2800"/>
            </a:lvl3pPr>
            <a:lvl4pPr marL="976273" indent="0">
              <a:buNone/>
              <a:defRPr sz="2800"/>
            </a:lvl4pPr>
            <a:lvl5pPr marL="1314397" indent="0">
              <a:buNone/>
              <a:defRPr sz="280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33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0853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20853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8404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166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166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459080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669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669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934110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5172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5172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3233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20853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20853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8404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166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0166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59080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669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7669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934110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5172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5172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84049" y="2567105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01669" y="272382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01669" y="302862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459080" y="2567105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76699" y="272382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76699" y="302862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660760" y="919031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78379" y="1075749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78379" y="1380551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562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/>
        </p:nvSpPr>
        <p:spPr>
          <a:xfrm>
            <a:off x="9706771" y="1714501"/>
            <a:ext cx="492363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8" y="1872517"/>
            <a:ext cx="8713913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9" y="3045239"/>
            <a:ext cx="8713913" cy="3831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3" y="1994359"/>
            <a:ext cx="415822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3" y="3045239"/>
            <a:ext cx="4158220" cy="383105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/>
        </p:nvCxnSpPr>
        <p:spPr bwMode="auto">
          <a:xfrm>
            <a:off x="9968943" y="2900584"/>
            <a:ext cx="41582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9677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9" y="1872517"/>
            <a:ext cx="1362392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13623924" cy="3831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5190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9B7C343-9278-D462-40D5-EBDFE3A21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625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/>
        </p:nvSpPr>
        <p:spPr bwMode="auto">
          <a:xfrm>
            <a:off x="0" y="0"/>
            <a:ext cx="14630400" cy="7434470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1176" y="1081752"/>
            <a:ext cx="135480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72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6600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1866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4C80-7420-5416-15D5-D94AF6879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83698-EE0F-BE09-8164-8D0457BE4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93E09-32B5-7FE4-259B-613EB19B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65871-4800-497D-9553-65A5549CDA3B}" type="datetimeFigureOut">
              <a:rPr lang="en-US" smtClean="0"/>
              <a:t>08-May-26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66DD-E9E0-6CC2-EB3D-A869DC9C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CD397-F4EC-3A99-6C0E-BA281473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7464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xternal_1 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085C-9842-36ED-2B53-DA379EAB2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Table Placeholder 4">
            <a:extLst>
              <a:ext uri="{FF2B5EF4-FFF2-40B4-BE49-F238E27FC236}">
                <a16:creationId xmlns:a16="http://schemas.microsoft.com/office/drawing/2014/main" id="{179A7EDE-4B26-21BF-8B2B-299E7F23D2C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63672676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NAL 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3E1E72-A56C-97B9-2700-650976A42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2138249D-3818-E267-9FCB-EF545B734F7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35732965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xternal_1 Heading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5AF9FA-A9D2-D2D8-6F1B-34E0473B5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2"/>
            <a:ext cx="1768351" cy="45458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E8D2554-2824-60A0-73D1-05E8DB6A1B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6" name="Table Placeholder 4">
            <a:extLst>
              <a:ext uri="{FF2B5EF4-FFF2-40B4-BE49-F238E27FC236}">
                <a16:creationId xmlns:a16="http://schemas.microsoft.com/office/drawing/2014/main" id="{6C66C61B-344D-8FDF-A3B3-CFBA37C042C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52899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37874A-6B5B-BB41-33F2-0F8CD0716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6" name="Table Placeholder 4">
            <a:extLst>
              <a:ext uri="{FF2B5EF4-FFF2-40B4-BE49-F238E27FC236}">
                <a16:creationId xmlns:a16="http://schemas.microsoft.com/office/drawing/2014/main" id="{2B95AB29-957B-A29C-5B52-78529EA8B48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3888928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Layout for Bar 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DB011D-D395-47C4-BE2C-591C24AB6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2"/>
            <a:ext cx="1768351" cy="45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7157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1960632"/>
            <a:ext cx="13623926" cy="5247691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809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 box with lef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699ECA7-B3B5-8D4E-B208-AF029105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98"/>
          <a:stretch/>
        </p:blipFill>
        <p:spPr>
          <a:xfrm rot="10800000">
            <a:off x="-1" y="0"/>
            <a:ext cx="1191654" cy="8229590"/>
          </a:xfrm>
          <a:prstGeom prst="rect">
            <a:avLst/>
          </a:prstGeom>
        </p:spPr>
      </p:pic>
      <p:pic>
        <p:nvPicPr>
          <p:cNvPr id="31" name="Image">
            <a:extLst>
              <a:ext uri="{FF2B5EF4-FFF2-40B4-BE49-F238E27FC236}">
                <a16:creationId xmlns:a16="http://schemas.microsoft.com/office/drawing/2014/main" id="{9A615E0E-DE69-A645-902E-023559915E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4336" y="390526"/>
            <a:ext cx="394334" cy="26387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6BD6219-57F7-8446-9CFB-54D62923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6012" y="834271"/>
            <a:ext cx="12650556" cy="709117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90243BB2-13CD-484A-B8E3-12B95AC620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85996" y="1674834"/>
            <a:ext cx="12650068" cy="6163818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23197-CDCD-7B41-A4DF-E6E6F729FF4B}"/>
              </a:ext>
            </a:extLst>
          </p:cNvPr>
          <p:cNvSpPr/>
          <p:nvPr userDrawn="1"/>
        </p:nvSpPr>
        <p:spPr>
          <a:xfrm>
            <a:off x="331258" y="7640955"/>
            <a:ext cx="517526" cy="2215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1440" spc="-33" baseline="0">
                <a:solidFill>
                  <a:schemeClr val="bg1"/>
                </a:solidFill>
              </a:rPr>
              <a:t>ni.com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639364-0CE2-A04F-8737-2E8FFBA0F43E}"/>
              </a:ext>
            </a:extLst>
          </p:cNvPr>
          <p:cNvSpPr/>
          <p:nvPr userDrawn="1"/>
        </p:nvSpPr>
        <p:spPr>
          <a:xfrm>
            <a:off x="12195140" y="7955280"/>
            <a:ext cx="2039020" cy="184666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1200" noProof="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CUSTOMER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6488678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 userDrawn="1"/>
        </p:nvSpPr>
        <p:spPr>
          <a:xfrm>
            <a:off x="0" y="2"/>
            <a:ext cx="14630400" cy="72310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81" y="1318640"/>
            <a:ext cx="6367655" cy="1276436"/>
          </a:xfrm>
        </p:spPr>
        <p:txBody>
          <a:bodyPr lIns="91440">
            <a:noAutofit/>
          </a:bodyPr>
          <a:lstStyle>
            <a:lvl1pPr algn="l" defTabSz="1462909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81" y="2955787"/>
            <a:ext cx="6367655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FC2DEB-364A-EE6C-72DF-CE384CB663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22639" y="2"/>
            <a:ext cx="1807765" cy="72310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69E88A-9E9D-E35E-E6CC-F7875252DE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1014875" y="2"/>
            <a:ext cx="1807765" cy="7231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795131-BF90-2397-9BE8-86AE42617B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24696" y="2"/>
            <a:ext cx="1807765" cy="7231061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9293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 userDrawn="1"/>
        </p:nvSpPr>
        <p:spPr bwMode="auto">
          <a:xfrm>
            <a:off x="-18168" y="0"/>
            <a:ext cx="14630381" cy="8229600"/>
          </a:xfrm>
          <a:prstGeom prst="rect">
            <a:avLst/>
          </a:prstGeom>
          <a:solidFill>
            <a:srgbClr val="003324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 userDrawn="1"/>
        </p:nvSpPr>
        <p:spPr>
          <a:xfrm>
            <a:off x="7315201" y="6302869"/>
            <a:ext cx="7315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NI is now part of Emerson.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7C3A04-5ACC-9406-6430-633BD279D71A}"/>
              </a:ext>
            </a:extLst>
          </p:cNvPr>
          <p:cNvGrpSpPr/>
          <p:nvPr userDrawn="1"/>
        </p:nvGrpSpPr>
        <p:grpSpPr>
          <a:xfrm>
            <a:off x="-18167" y="2286002"/>
            <a:ext cx="14648569" cy="3703320"/>
            <a:chOff x="-18169" y="2286000"/>
            <a:chExt cx="14648569" cy="370332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759A243-D4BD-B21B-048D-9B09055AE6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0961"/>
            <a:stretch/>
          </p:blipFill>
          <p:spPr>
            <a:xfrm>
              <a:off x="-18169" y="2286000"/>
              <a:ext cx="7310005" cy="3703320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6CA2C6D-3564-33D7-792B-64B8B743551B}"/>
                </a:ext>
              </a:extLst>
            </p:cNvPr>
            <p:cNvGrpSpPr/>
            <p:nvPr/>
          </p:nvGrpSpPr>
          <p:grpSpPr>
            <a:xfrm>
              <a:off x="7269486" y="2286000"/>
              <a:ext cx="3703320" cy="3703320"/>
              <a:chOff x="7315201" y="2286000"/>
              <a:chExt cx="3657600" cy="36576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409AA2B-E82A-8F52-1A60-7CF6FAA2C81C}"/>
                  </a:ext>
                </a:extLst>
              </p:cNvPr>
              <p:cNvSpPr/>
              <p:nvPr/>
            </p:nvSpPr>
            <p:spPr bwMode="auto">
              <a:xfrm>
                <a:off x="7315201" y="2286000"/>
                <a:ext cx="3657600" cy="365760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 b="1">
                  <a:solidFill>
                    <a:srgbClr val="FFFFFF"/>
                  </a:solidFill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B9F5234-F489-0648-39B6-3B20A7981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19443" y="3702677"/>
                <a:ext cx="1249117" cy="824247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582C6C-431F-A9BB-178C-8E7F5496CAF0}"/>
                </a:ext>
              </a:extLst>
            </p:cNvPr>
            <p:cNvGrpSpPr/>
            <p:nvPr/>
          </p:nvGrpSpPr>
          <p:grpSpPr>
            <a:xfrm>
              <a:off x="10927080" y="2286000"/>
              <a:ext cx="3703320" cy="3703320"/>
              <a:chOff x="10927080" y="2286000"/>
              <a:chExt cx="3703320" cy="36576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F8A3EEC-017C-581A-23CC-F68BFDF0FBBC}"/>
                  </a:ext>
                </a:extLst>
              </p:cNvPr>
              <p:cNvSpPr/>
              <p:nvPr/>
            </p:nvSpPr>
            <p:spPr bwMode="auto">
              <a:xfrm>
                <a:off x="10927080" y="2286000"/>
                <a:ext cx="3703320" cy="36576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 b="1">
                  <a:solidFill>
                    <a:srgbClr val="FFFFFF"/>
                  </a:solidFill>
                </a:endParaRP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49BA756-E2FB-8D45-BB82-A955EBBDF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400551" y="3414276"/>
                <a:ext cx="2802098" cy="1401049"/>
              </a:xfrm>
              <a:prstGeom prst="rect">
                <a:avLst/>
              </a:prstGeom>
            </p:spPr>
          </p:pic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915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 userDrawn="1"/>
        </p:nvSpPr>
        <p:spPr bwMode="auto">
          <a:xfrm>
            <a:off x="-18168" y="0"/>
            <a:ext cx="14630381" cy="82296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 userDrawn="1"/>
        </p:nvSpPr>
        <p:spPr>
          <a:xfrm>
            <a:off x="7315201" y="6302869"/>
            <a:ext cx="7315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A5D0BA-B17D-D352-3696-D80C4564771E}"/>
              </a:ext>
            </a:extLst>
          </p:cNvPr>
          <p:cNvGrpSpPr/>
          <p:nvPr userDrawn="1"/>
        </p:nvGrpSpPr>
        <p:grpSpPr>
          <a:xfrm>
            <a:off x="-18167" y="2286002"/>
            <a:ext cx="14648569" cy="3703320"/>
            <a:chOff x="-18169" y="2286000"/>
            <a:chExt cx="14648569" cy="37033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F6CCA3A-A5DE-4271-80F0-65307F662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0961"/>
            <a:stretch/>
          </p:blipFill>
          <p:spPr>
            <a:xfrm>
              <a:off x="-18169" y="2286000"/>
              <a:ext cx="7310005" cy="3703320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8FA14F-CAF9-28F0-4E50-E88B33788615}"/>
                </a:ext>
              </a:extLst>
            </p:cNvPr>
            <p:cNvGrpSpPr/>
            <p:nvPr/>
          </p:nvGrpSpPr>
          <p:grpSpPr>
            <a:xfrm>
              <a:off x="7269486" y="2286000"/>
              <a:ext cx="3703320" cy="3703320"/>
              <a:chOff x="7315201" y="2286000"/>
              <a:chExt cx="3657600" cy="36576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7B61B60-935C-7BC9-43B5-ACCCBC6C10DC}"/>
                  </a:ext>
                </a:extLst>
              </p:cNvPr>
              <p:cNvSpPr/>
              <p:nvPr/>
            </p:nvSpPr>
            <p:spPr bwMode="auto">
              <a:xfrm>
                <a:off x="7315201" y="2286000"/>
                <a:ext cx="3657600" cy="365760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 b="1">
                  <a:solidFill>
                    <a:srgbClr val="FFFFFF"/>
                  </a:solidFill>
                </a:endParaRP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BDA7D4E-C581-FC03-CF8A-6673F24134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19443" y="3702677"/>
                <a:ext cx="1249117" cy="82424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F126BEC-1233-693E-FA22-471FB7AFEBC6}"/>
                </a:ext>
              </a:extLst>
            </p:cNvPr>
            <p:cNvGrpSpPr/>
            <p:nvPr/>
          </p:nvGrpSpPr>
          <p:grpSpPr>
            <a:xfrm>
              <a:off x="10927080" y="2286000"/>
              <a:ext cx="3703320" cy="3703320"/>
              <a:chOff x="10927080" y="2286000"/>
              <a:chExt cx="3703320" cy="36576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A35715-C768-7E47-1B85-B4E00990DA72}"/>
                  </a:ext>
                </a:extLst>
              </p:cNvPr>
              <p:cNvSpPr/>
              <p:nvPr/>
            </p:nvSpPr>
            <p:spPr bwMode="auto">
              <a:xfrm>
                <a:off x="10927080" y="2286000"/>
                <a:ext cx="3703320" cy="36576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 b="1">
                  <a:solidFill>
                    <a:srgbClr val="FFFFFF"/>
                  </a:solidFill>
                </a:endParaRP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07F3CA5-66B4-02C8-F77C-DFAE75CF94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400551" y="3414276"/>
                <a:ext cx="2802098" cy="1401049"/>
              </a:xfrm>
              <a:prstGeom prst="rect">
                <a:avLst/>
              </a:prstGeom>
            </p:spPr>
          </p:pic>
        </p:grpSp>
      </p:grp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9669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8" y="478917"/>
            <a:ext cx="13262846" cy="1276436"/>
          </a:xfrm>
        </p:spPr>
        <p:txBody>
          <a:bodyPr lIns="91440">
            <a:noAutofit/>
          </a:bodyPr>
          <a:lstStyle>
            <a:lvl1pPr algn="l" defTabSz="1462909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81" y="1755350"/>
            <a:ext cx="10476359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9431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8" y="1264981"/>
            <a:ext cx="13262846" cy="1276436"/>
          </a:xfrm>
        </p:spPr>
        <p:txBody>
          <a:bodyPr lIns="91440">
            <a:noAutofit/>
          </a:bodyPr>
          <a:lstStyle>
            <a:lvl1pPr algn="r" defTabSz="1462909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0268" y="2541417"/>
            <a:ext cx="10476359" cy="910340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6257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311" y="5514056"/>
            <a:ext cx="13262846" cy="1276436"/>
          </a:xfrm>
        </p:spPr>
        <p:txBody>
          <a:bodyPr lIns="91440">
            <a:noAutofit/>
          </a:bodyPr>
          <a:lstStyle>
            <a:lvl1pPr algn="l" defTabSz="1462909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2" y="6790491"/>
            <a:ext cx="10476359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8426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5" y="0"/>
            <a:ext cx="5376485" cy="2936726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274296" algn="l" defTabSz="146290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tx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5" y="2936726"/>
            <a:ext cx="5376485" cy="5292874"/>
          </a:xfrm>
          <a:solidFill>
            <a:schemeClr val="accent6"/>
          </a:solidFill>
        </p:spPr>
        <p:txBody>
          <a:bodyPr/>
          <a:lstStyle>
            <a:lvl1pPr marL="274296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4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5" y="0"/>
            <a:ext cx="5376485" cy="2936726"/>
          </a:xfrm>
          <a:solidFill>
            <a:schemeClr val="tx2"/>
          </a:solidFill>
        </p:spPr>
        <p:txBody>
          <a:bodyPr lIns="91440">
            <a:noAutofit/>
          </a:bodyPr>
          <a:lstStyle>
            <a:lvl1pPr marL="274296" algn="l" defTabSz="1462909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5" y="2936726"/>
            <a:ext cx="5376485" cy="5292874"/>
          </a:xfrm>
          <a:solidFill>
            <a:schemeClr val="tx2"/>
          </a:solidFill>
        </p:spPr>
        <p:txBody>
          <a:bodyPr/>
          <a:lstStyle>
            <a:lvl1pPr marL="274296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8460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4"/>
            <a:ext cx="14630400" cy="72310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3" y="3698759"/>
            <a:ext cx="608330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5"/>
            <a:ext cx="5580062" cy="2050895"/>
          </a:xfrm>
        </p:spPr>
        <p:txBody>
          <a:bodyPr>
            <a:noAutofit/>
          </a:bodyPr>
          <a:lstStyle>
            <a:lvl1pPr algn="l" defTabSz="1462909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42" y="7492621"/>
            <a:ext cx="1768350" cy="454589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6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3348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"/>
            <a:ext cx="14630400" cy="72310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547103" y="3698759"/>
            <a:ext cx="608330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5"/>
            <a:ext cx="5580062" cy="2050895"/>
          </a:xfrm>
        </p:spPr>
        <p:txBody>
          <a:bodyPr>
            <a:noAutofit/>
          </a:bodyPr>
          <a:lstStyle>
            <a:lvl1pPr algn="l" defTabSz="1462909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42" y="7492621"/>
            <a:ext cx="1768350" cy="454589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6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6398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 userDrawn="1"/>
        </p:nvSpPr>
        <p:spPr>
          <a:xfrm>
            <a:off x="0" y="1714503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40" y="2036830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240" y="2909796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9" y="3782761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239" y="4655729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9" y="5528694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39" y="6401658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4497" y="2036830"/>
            <a:ext cx="10632671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4497" y="2909796"/>
            <a:ext cx="10632671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495" y="3782761"/>
            <a:ext cx="10632671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4495" y="4655729"/>
            <a:ext cx="10632671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4495" y="5528694"/>
            <a:ext cx="10632671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94495" y="6401658"/>
            <a:ext cx="10632671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2590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3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5"/>
            <a:ext cx="13623926" cy="421350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42" y="1960635"/>
            <a:ext cx="13623925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9331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3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41" y="2652905"/>
            <a:ext cx="6666188" cy="4213507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41" y="1960635"/>
            <a:ext cx="6666188" cy="5969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0977" y="2652905"/>
            <a:ext cx="6666188" cy="4213507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0977" y="1960635"/>
            <a:ext cx="6666188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080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 Block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68902" y="801455"/>
            <a:ext cx="8958263" cy="1016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902" y="2145123"/>
            <a:ext cx="8958263" cy="5170081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FA95EFE-A82E-97DE-9182-57C867C5A4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74F657-CE88-2203-5F5D-65C0CCA6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685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5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4" y="2305440"/>
            <a:ext cx="5567953" cy="4436069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7" y="0"/>
            <a:ext cx="3378202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2" y="0"/>
            <a:ext cx="4914898" cy="822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90" y="2502863"/>
            <a:ext cx="3540125" cy="2179637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55624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5"/>
            <a:ext cx="13623926" cy="4213507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42" y="1960635"/>
            <a:ext cx="13623925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AF8B6F9-70E2-DC92-6A96-A82D7F4A6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6975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3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42" y="329568"/>
            <a:ext cx="13623925" cy="1016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5" y="2298701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8" y="2298701"/>
            <a:ext cx="6369196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4" y="3230816"/>
            <a:ext cx="5908489" cy="306838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8" y="3230816"/>
            <a:ext cx="6369192" cy="306838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1"/>
            <a:ext cx="0" cy="40005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1"/>
            <a:ext cx="0" cy="40005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3289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3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42" y="329568"/>
            <a:ext cx="13623925" cy="1016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1" y="2298701"/>
            <a:ext cx="377149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5425149" y="2298701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3230816"/>
            <a:ext cx="3771490" cy="306838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5425150" y="3230816"/>
            <a:ext cx="3771486" cy="306838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1"/>
            <a:ext cx="0" cy="40005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1324" y="2298701"/>
            <a:ext cx="0" cy="40005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585120" y="2298701"/>
            <a:ext cx="0" cy="400050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4" y="2300766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5" y="3230816"/>
            <a:ext cx="3771486" cy="306838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0480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751517" y="2600324"/>
            <a:ext cx="8375616" cy="311347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339695" indent="0">
              <a:lnSpc>
                <a:spcPct val="150000"/>
              </a:lnSpc>
              <a:buNone/>
              <a:defRPr sz="2000"/>
            </a:lvl2pPr>
            <a:lvl3pPr marL="688912" indent="0">
              <a:lnSpc>
                <a:spcPct val="150000"/>
              </a:lnSpc>
              <a:buNone/>
              <a:defRPr sz="2000"/>
            </a:lvl3pPr>
            <a:lvl4pPr marL="976225" indent="0">
              <a:lnSpc>
                <a:spcPct val="150000"/>
              </a:lnSpc>
              <a:buNone/>
              <a:defRPr sz="2000"/>
            </a:lvl4pPr>
            <a:lvl5pPr marL="1314330" indent="0">
              <a:lnSpc>
                <a:spcPct val="15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97513" y="1943106"/>
            <a:ext cx="0" cy="4874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1519" y="5819686"/>
            <a:ext cx="459263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51519" y="6158871"/>
            <a:ext cx="4592639" cy="74722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69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2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33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7515" y="801453"/>
            <a:ext cx="8629618" cy="606582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519" y="1943103"/>
            <a:ext cx="420678" cy="42067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7827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3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2" y="2074473"/>
            <a:ext cx="8604349" cy="4737884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69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22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33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8558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4" y="5699766"/>
            <a:ext cx="401498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4" y="6038950"/>
            <a:ext cx="4014989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69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2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33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2" y="1417246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4" y="1417247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51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42" y="1863524"/>
            <a:ext cx="13623925" cy="523175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9919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3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42" y="329568"/>
            <a:ext cx="13623925" cy="1016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00491" y="2340352"/>
            <a:ext cx="11626676" cy="503524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500491" y="2886397"/>
            <a:ext cx="11626676" cy="1366631"/>
          </a:xfrm>
        </p:spPr>
        <p:txBody>
          <a:bodyPr>
            <a:noAutofit/>
          </a:bodyPr>
          <a:lstStyle>
            <a:lvl1pPr marL="285725" indent="-285725">
              <a:buFont typeface="Arial" panose="020B0604020202020204" pitchFamily="34" charset="0"/>
              <a:buChar char="•"/>
              <a:defRPr sz="1600"/>
            </a:lvl1pPr>
            <a:lvl2pPr marL="339695" indent="0">
              <a:buNone/>
              <a:defRPr sz="1600"/>
            </a:lvl2pPr>
            <a:lvl3pPr marL="688912" indent="0">
              <a:buNone/>
              <a:defRPr sz="1600"/>
            </a:lvl3pPr>
            <a:lvl4pPr marL="976225" indent="0">
              <a:buNone/>
              <a:defRPr sz="1600"/>
            </a:lvl4pPr>
            <a:lvl5pPr marL="131433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40" y="2432752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0491" y="4596723"/>
            <a:ext cx="11626676" cy="503524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00491" y="5142766"/>
            <a:ext cx="11626676" cy="1366631"/>
          </a:xfrm>
        </p:spPr>
        <p:txBody>
          <a:bodyPr>
            <a:noAutofit/>
          </a:bodyPr>
          <a:lstStyle>
            <a:lvl1pPr marL="285725" indent="-285725">
              <a:buFont typeface="Arial" panose="020B0604020202020204" pitchFamily="34" charset="0"/>
              <a:buChar char="•"/>
              <a:defRPr sz="1600"/>
            </a:lvl1pPr>
            <a:lvl2pPr marL="339695" indent="0">
              <a:buNone/>
              <a:defRPr sz="1600"/>
            </a:lvl2pPr>
            <a:lvl3pPr marL="688912" indent="0">
              <a:buNone/>
              <a:defRPr sz="1600"/>
            </a:lvl3pPr>
            <a:lvl4pPr marL="976225" indent="0">
              <a:buNone/>
              <a:defRPr sz="1600"/>
            </a:lvl4pPr>
            <a:lvl5pPr marL="131433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3240" y="4689125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0449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42" y="616693"/>
            <a:ext cx="4302678" cy="729227"/>
          </a:xfrm>
        </p:spPr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237" y="1597029"/>
            <a:ext cx="3060250" cy="1348194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339695" indent="0">
              <a:buNone/>
              <a:defRPr sz="2800"/>
            </a:lvl2pPr>
            <a:lvl3pPr marL="688912" indent="0">
              <a:buNone/>
              <a:defRPr sz="2800"/>
            </a:lvl3pPr>
            <a:lvl4pPr marL="976225" indent="0">
              <a:buNone/>
              <a:defRPr sz="2800"/>
            </a:lvl4pPr>
            <a:lvl5pPr marL="1314330" indent="0">
              <a:buNone/>
              <a:defRPr sz="280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03236" y="5760723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0853" y="5917441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20853" y="6222243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84052" y="5760723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1669" y="5917441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1669" y="6222243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459084" y="5760723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6699" y="5917441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6699" y="6222243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934111" y="5760723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51729" y="5917441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51729" y="6222243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3236" y="4161418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20853" y="4318135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20853" y="4622937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84052" y="4161418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1669" y="4318135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01669" y="4622937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59084" y="4161418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6699" y="4318135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76699" y="4622937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934111" y="4161418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51729" y="4318135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51729" y="4622937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84052" y="2567109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01669" y="272382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01669" y="3028629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459084" y="2567109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76699" y="272382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76699" y="3028629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660763" y="919035"/>
            <a:ext cx="1125810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78379" y="107575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1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78379" y="1380555"/>
            <a:ext cx="1842634" cy="587828"/>
          </a:xfrm>
        </p:spPr>
        <p:txBody>
          <a:bodyPr>
            <a:noAutofit/>
          </a:bodyPr>
          <a:lstStyle>
            <a:lvl1pPr marL="0" indent="0">
              <a:buNone/>
              <a:defRPr sz="1301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3462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3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 userDrawn="1"/>
        </p:nvSpPr>
        <p:spPr>
          <a:xfrm>
            <a:off x="9706774" y="1714503"/>
            <a:ext cx="492363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42" y="329568"/>
            <a:ext cx="13623925" cy="1016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40" y="1872517"/>
            <a:ext cx="8713914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40" y="3045239"/>
            <a:ext cx="8713914" cy="38310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1994358"/>
            <a:ext cx="415822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045239"/>
            <a:ext cx="4158221" cy="3831049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968942" y="2900582"/>
            <a:ext cx="415822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807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3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42" y="329568"/>
            <a:ext cx="13623925" cy="10163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42" y="1872517"/>
            <a:ext cx="1362392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42" y="3045239"/>
            <a:ext cx="13623925" cy="383104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1" y="7739085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052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fidential - White w 2 Heading &amp; 1 Bod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86193" y="554822"/>
            <a:ext cx="12258040" cy="768210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algn="l">
              <a:defRPr sz="44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70413" y="1441876"/>
            <a:ext cx="12258040" cy="476027"/>
          </a:xfrm>
          <a:prstGeom prst="rect">
            <a:avLst/>
          </a:prstGeom>
        </p:spPr>
        <p:txBody>
          <a:bodyPr wrap="square" lIns="0" rIns="0" anchor="t">
            <a:noAutofit/>
          </a:bodyPr>
          <a:lstStyle>
            <a:lvl1pPr marL="0" marR="0" indent="0" algn="l" defTabSz="1462657" rtl="0" eaLnBrk="1" fontAlgn="auto" latinLnBrk="0" hangingPunct="1">
              <a:lnSpc>
                <a:spcPts val="256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560" baseline="0">
                <a:solidFill>
                  <a:schemeClr val="tx1"/>
                </a:solidFill>
              </a:defRPr>
            </a:lvl1pPr>
            <a:lvl2pPr marL="731322" indent="0" algn="ctr">
              <a:buNone/>
              <a:defRPr sz="3200"/>
            </a:lvl2pPr>
            <a:lvl3pPr marL="1462657" indent="0" algn="ctr">
              <a:buNone/>
              <a:defRPr sz="2880"/>
            </a:lvl3pPr>
            <a:lvl4pPr marL="2193983" indent="0" algn="ctr">
              <a:buNone/>
              <a:defRPr sz="2560"/>
            </a:lvl4pPr>
            <a:lvl5pPr marL="2925313" indent="0" algn="ctr">
              <a:buNone/>
              <a:defRPr sz="2560"/>
            </a:lvl5pPr>
            <a:lvl6pPr marL="3656633" indent="0" algn="ctr">
              <a:buNone/>
              <a:defRPr sz="2560"/>
            </a:lvl6pPr>
            <a:lvl7pPr marL="4387955" indent="0" algn="ctr">
              <a:buNone/>
              <a:defRPr sz="2560"/>
            </a:lvl7pPr>
            <a:lvl8pPr marL="5119283" indent="0" algn="ctr">
              <a:buNone/>
              <a:defRPr sz="2560"/>
            </a:lvl8pPr>
            <a:lvl9pPr marL="5850610" indent="0" algn="ctr">
              <a:buNone/>
              <a:defRPr sz="2560"/>
            </a:lvl9pPr>
          </a:lstStyle>
          <a:p>
            <a:r>
              <a:rPr lang="en-US"/>
              <a:t>Subhead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2EB0AE2-BAE9-5D40-A0CD-871ADC3A66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0400" y="2036730"/>
            <a:ext cx="12357642" cy="563805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2240"/>
            </a:lvl1pPr>
          </a:lstStyle>
          <a:p>
            <a:pPr lvl="0"/>
            <a:r>
              <a:rPr lang="en-US"/>
              <a:t>Body Copy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0C59DE-2D08-734A-9F9A-4067194B8BD7}"/>
              </a:ext>
            </a:extLst>
          </p:cNvPr>
          <p:cNvCxnSpPr>
            <a:cxnSpLocks/>
          </p:cNvCxnSpPr>
          <p:nvPr userDrawn="1"/>
        </p:nvCxnSpPr>
        <p:spPr>
          <a:xfrm>
            <a:off x="1178577" y="415979"/>
            <a:ext cx="12258040" cy="0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" name="Image">
            <a:extLst>
              <a:ext uri="{FF2B5EF4-FFF2-40B4-BE49-F238E27FC236}">
                <a16:creationId xmlns:a16="http://schemas.microsoft.com/office/drawing/2014/main" id="{EC2AF6E3-B9CE-8247-9AC6-3BADB0C856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1163" y="414218"/>
            <a:ext cx="404826" cy="270898"/>
          </a:xfrm>
          <a:prstGeom prst="rect">
            <a:avLst/>
          </a:prstGeom>
          <a:ln w="12700">
            <a:miter lim="400000"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D5B5601-6668-5F4C-809E-C9F5909FB969}"/>
              </a:ext>
            </a:extLst>
          </p:cNvPr>
          <p:cNvSpPr/>
          <p:nvPr userDrawn="1"/>
        </p:nvSpPr>
        <p:spPr>
          <a:xfrm>
            <a:off x="13528043" y="237099"/>
            <a:ext cx="709540" cy="29359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600" spc="-32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743F7-F28B-D645-BCE3-61B4B16D3D39}"/>
              </a:ext>
            </a:extLst>
          </p:cNvPr>
          <p:cNvSpPr/>
          <p:nvPr userDrawn="1"/>
        </p:nvSpPr>
        <p:spPr>
          <a:xfrm>
            <a:off x="391163" y="7840981"/>
            <a:ext cx="1643380" cy="388618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1280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8674887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0B6386-1265-9A4D-85B7-93FB849A3539}"/>
              </a:ext>
            </a:extLst>
          </p:cNvPr>
          <p:cNvSpPr/>
          <p:nvPr/>
        </p:nvSpPr>
        <p:spPr>
          <a:xfrm>
            <a:off x="13528043" y="237099"/>
            <a:ext cx="709540" cy="29359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lvl="0" algn="r"/>
            <a:r>
              <a:rPr lang="en-US" sz="1440" spc="-32" baseline="0">
                <a:solidFill>
                  <a:schemeClr val="tx1"/>
                </a:solidFill>
              </a:rPr>
              <a:t>ni.com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942DB-4171-F24A-A08A-A81C5C4918FC}"/>
              </a:ext>
            </a:extLst>
          </p:cNvPr>
          <p:cNvSpPr/>
          <p:nvPr/>
        </p:nvSpPr>
        <p:spPr>
          <a:xfrm>
            <a:off x="7315202" y="0"/>
            <a:ext cx="7315199" cy="7192661"/>
          </a:xfrm>
          <a:prstGeom prst="rect">
            <a:avLst/>
          </a:prstGeom>
          <a:solidFill>
            <a:srgbClr val="0435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48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23E0B9D-5B6B-9248-B8A6-7C14EC7D74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7315200" cy="7192661"/>
          </a:xfrm>
        </p:spPr>
        <p:txBody>
          <a:bodyPr anchor="ctr"/>
          <a:lstStyle>
            <a:lvl1pPr algn="ctr">
              <a:defRPr sz="1920">
                <a:latin typeface="+mn-lt"/>
                <a:cs typeface="Consolas" panose="020B06090202040302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7">
            <a:extLst>
              <a:ext uri="{FF2B5EF4-FFF2-40B4-BE49-F238E27FC236}">
                <a16:creationId xmlns:a16="http://schemas.microsoft.com/office/drawing/2014/main" id="{D05EF9A6-99F7-A042-8916-941A384065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6340" y="2685571"/>
            <a:ext cx="4642483" cy="144039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  <a:br>
              <a:rPr lang="en-US"/>
            </a:br>
            <a:r>
              <a:rPr lang="en-US"/>
              <a:t>Header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ABDC316-3F55-3643-8CA1-8E9D132E00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16340" y="4374653"/>
            <a:ext cx="4642483" cy="470898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16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pic>
        <p:nvPicPr>
          <p:cNvPr id="18" name="Picture Placeholder 4">
            <a:extLst>
              <a:ext uri="{FF2B5EF4-FFF2-40B4-BE49-F238E27FC236}">
                <a16:creationId xmlns:a16="http://schemas.microsoft.com/office/drawing/2014/main" id="{AEA3F38C-1607-324D-A02E-E1F218CAC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7315200" cy="7192661"/>
          </a:xfrm>
          <a:prstGeom prst="rect">
            <a:avLst/>
          </a:prstGeom>
        </p:spPr>
      </p:pic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2F712C78-0DB4-D44B-B521-E2160063B4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16340" y="5964037"/>
            <a:ext cx="4379587" cy="470898"/>
          </a:xfrm>
        </p:spPr>
        <p:txBody>
          <a:bodyPr wrap="square">
            <a:spAutoFit/>
          </a:bodyPr>
          <a:lstStyle>
            <a:lvl1pPr marL="0" indent="0">
              <a:buNone/>
              <a:defRPr sz="216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50BE0AAF-2CBB-B049-912B-1A4C6343B7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16340" y="6401112"/>
            <a:ext cx="4379587" cy="433965"/>
          </a:xfrm>
        </p:spPr>
        <p:txBody>
          <a:bodyPr wrap="square">
            <a:spAutoFit/>
          </a:bodyPr>
          <a:lstStyle>
            <a:lvl1pPr marL="0" indent="0">
              <a:buNone/>
              <a:defRPr sz="192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Title/Occupation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1B544A-8B80-9937-27A9-78F670EE3D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3237" y="7458410"/>
            <a:ext cx="25463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6614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and Gray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BDB2C35E-028A-4CA9-8211-0524A31456D9}"/>
              </a:ext>
            </a:extLst>
          </p:cNvPr>
          <p:cNvSpPr/>
          <p:nvPr userDrawn="1"/>
        </p:nvSpPr>
        <p:spPr>
          <a:xfrm>
            <a:off x="9448800" y="0"/>
            <a:ext cx="5181600" cy="8229600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E38AB6-C00F-4AAC-9E6B-07039EE2C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7" y="1587502"/>
            <a:ext cx="8760936" cy="560546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BE5F5-DC1F-4970-970F-F166CB0BAA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40" y="329565"/>
            <a:ext cx="8760937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6B7166C-6242-4217-BF01-15A708C9A4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3241" y="7667164"/>
            <a:ext cx="8760935" cy="393700"/>
          </a:xfrm>
        </p:spPr>
        <p:txBody>
          <a:bodyPr tIns="0" bIns="0" anchor="b">
            <a:noAutofit/>
          </a:bodyPr>
          <a:lstStyle>
            <a:lvl1pPr marL="0" indent="0">
              <a:buNone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462922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225407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DAF1F-1AA7-4D14-B2A7-7EC09BBDE0E7}"/>
              </a:ext>
            </a:extLst>
          </p:cNvPr>
          <p:cNvSpPr txBox="1"/>
          <p:nvPr userDrawn="1"/>
        </p:nvSpPr>
        <p:spPr>
          <a:xfrm>
            <a:off x="13144818" y="7814641"/>
            <a:ext cx="1356043" cy="246221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None/>
              <a:tabLst>
                <a:tab pos="225425" algn="l"/>
              </a:tabLst>
              <a:defRPr sz="1000"/>
            </a:lvl1pPr>
            <a:lvl2pPr marL="627063" indent="-2873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914400" indent="-22542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1254125" indent="-27781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1541463" indent="-22701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4023360" indent="-365760">
              <a:spcBef>
                <a:spcPct val="20000"/>
              </a:spcBef>
              <a:buFont typeface="Arial" panose="020B0604020202020204" pitchFamily="34" charset="0"/>
              <a:buChar char="•"/>
              <a:defRPr sz="3200"/>
            </a:lvl6pPr>
            <a:lvl7pPr marL="4754880" indent="-365760">
              <a:spcBef>
                <a:spcPct val="20000"/>
              </a:spcBef>
              <a:buFont typeface="Arial" panose="020B0604020202020204" pitchFamily="34" charset="0"/>
              <a:buChar char="•"/>
              <a:defRPr sz="3200"/>
            </a:lvl7pPr>
            <a:lvl8pPr marL="5486400" indent="-365760">
              <a:spcBef>
                <a:spcPct val="20000"/>
              </a:spcBef>
              <a:buFont typeface="Arial" panose="020B0604020202020204" pitchFamily="34" charset="0"/>
              <a:buChar char="•"/>
              <a:defRPr sz="3200"/>
            </a:lvl8pPr>
            <a:lvl9pPr marL="6217920" indent="-365760">
              <a:spcBef>
                <a:spcPct val="20000"/>
              </a:spcBef>
              <a:buFont typeface="Arial" panose="020B0604020202020204" pitchFamily="34" charset="0"/>
              <a:buChar char="•"/>
              <a:defRPr sz="3200"/>
            </a:lvl9pPr>
          </a:lstStyle>
          <a:p>
            <a:pPr lvl="0" algn="r"/>
            <a:fld id="{7460543C-C25F-44F8-8119-7DDC03F9B6DB}" type="slidenum">
              <a:rPr lang="en-US" sz="1000" smtClean="0"/>
              <a:pPr lvl="0" algn="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611591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52">
          <p15:clr>
            <a:srgbClr val="FBAE40"/>
          </p15:clr>
        </p15:guide>
        <p15:guide id="2" pos="4608">
          <p15:clr>
            <a:srgbClr val="FBAE40"/>
          </p15:clr>
        </p15:guide>
        <p15:guide id="3" pos="7464">
          <p15:clr>
            <a:srgbClr val="FBAE40"/>
          </p15:clr>
        </p15:guide>
        <p15:guide id="4" pos="6048">
          <p15:clr>
            <a:srgbClr val="FBAE40"/>
          </p15:clr>
        </p15:guide>
        <p15:guide id="5" pos="3168">
          <p15:clr>
            <a:srgbClr val="FBAE40"/>
          </p15:clr>
        </p15:guide>
        <p15:guide id="6" pos="336">
          <p15:clr>
            <a:srgbClr val="FBAE40"/>
          </p15:clr>
        </p15:guide>
        <p15:guide id="7" pos="8880">
          <p15:clr>
            <a:srgbClr val="FBAE40"/>
          </p15:clr>
        </p15:guide>
        <p15:guide id="8" orient="horz" pos="4824">
          <p15:clr>
            <a:srgbClr val="FBAE40"/>
          </p15:clr>
        </p15:guide>
        <p15:guide id="9" orient="horz" pos="2592">
          <p15:clr>
            <a:srgbClr val="FBAE40"/>
          </p15:clr>
        </p15:guide>
        <p15:guide id="10" orient="horz" pos="336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>
            <a:extLst>
              <a:ext uri="{FF2B5EF4-FFF2-40B4-BE49-F238E27FC236}">
                <a16:creationId xmlns:a16="http://schemas.microsoft.com/office/drawing/2014/main" id="{8A17A045-DDB7-3528-7FFE-A313D961DD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44574" y="483513"/>
            <a:ext cx="394336" cy="263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884A303-BAE7-6CF0-21B8-CECBF412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29031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 userDrawn="1"/>
        </p:nvSpPr>
        <p:spPr>
          <a:xfrm>
            <a:off x="0" y="1"/>
            <a:ext cx="14630400" cy="72310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318635"/>
            <a:ext cx="6367654" cy="1276438"/>
          </a:xfrm>
        </p:spPr>
        <p:txBody>
          <a:bodyPr lIns="91440">
            <a:noAutofit/>
          </a:bodyPr>
          <a:lstStyle>
            <a:lvl1pPr algn="l" defTabSz="1462981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2955783"/>
            <a:ext cx="6367654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FC2DEB-364A-EE6C-72DF-CE384CB66340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2822637" y="1"/>
            <a:ext cx="1807765" cy="72310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69E88A-9E9D-E35E-E6CC-F7875252DEEC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 rot="10800000">
            <a:off x="11014872" y="0"/>
            <a:ext cx="1807765" cy="7231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795131-BF90-2397-9BE8-86AE42617B2B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9224691" y="1"/>
            <a:ext cx="1807765" cy="7231061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0517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rgbClr val="003324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 userDrawn="1"/>
        </p:nvSpPr>
        <p:spPr>
          <a:xfrm>
            <a:off x="7315201" y="6302866"/>
            <a:ext cx="7315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1"/>
                </a:solidFill>
              </a:rPr>
              <a:t>NI is now part of Emerson.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7C3A04-5ACC-9406-6430-633BD279D71A}"/>
              </a:ext>
            </a:extLst>
          </p:cNvPr>
          <p:cNvGrpSpPr/>
          <p:nvPr userDrawn="1"/>
        </p:nvGrpSpPr>
        <p:grpSpPr>
          <a:xfrm>
            <a:off x="-18169" y="2286000"/>
            <a:ext cx="14648569" cy="3703320"/>
            <a:chOff x="-18169" y="2286000"/>
            <a:chExt cx="14648569" cy="370332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759A243-D4BD-B21B-048D-9B09055AE6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0961"/>
            <a:stretch/>
          </p:blipFill>
          <p:spPr>
            <a:xfrm>
              <a:off x="-18169" y="2286000"/>
              <a:ext cx="7310005" cy="3703320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6CA2C6D-3564-33D7-792B-64B8B743551B}"/>
                </a:ext>
              </a:extLst>
            </p:cNvPr>
            <p:cNvGrpSpPr/>
            <p:nvPr/>
          </p:nvGrpSpPr>
          <p:grpSpPr>
            <a:xfrm>
              <a:off x="7269486" y="2286000"/>
              <a:ext cx="3703320" cy="3703320"/>
              <a:chOff x="7315201" y="2286000"/>
              <a:chExt cx="3657600" cy="36576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409AA2B-E82A-8F52-1A60-7CF6FAA2C81C}"/>
                  </a:ext>
                </a:extLst>
              </p:cNvPr>
              <p:cNvSpPr/>
              <p:nvPr/>
            </p:nvSpPr>
            <p:spPr bwMode="auto">
              <a:xfrm>
                <a:off x="7315201" y="2286000"/>
                <a:ext cx="3657600" cy="365760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 b="1">
                  <a:solidFill>
                    <a:srgbClr val="FFFFFF"/>
                  </a:solidFill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B9F5234-F489-0648-39B6-3B20A7981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8519443" y="3702677"/>
                <a:ext cx="1249117" cy="824247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582C6C-431F-A9BB-178C-8E7F5496CAF0}"/>
                </a:ext>
              </a:extLst>
            </p:cNvPr>
            <p:cNvGrpSpPr/>
            <p:nvPr/>
          </p:nvGrpSpPr>
          <p:grpSpPr>
            <a:xfrm>
              <a:off x="10927080" y="2286000"/>
              <a:ext cx="3703320" cy="3703320"/>
              <a:chOff x="10927080" y="2286000"/>
              <a:chExt cx="3703320" cy="36576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F8A3EEC-017C-581A-23CC-F68BFDF0FBBC}"/>
                  </a:ext>
                </a:extLst>
              </p:cNvPr>
              <p:cNvSpPr/>
              <p:nvPr/>
            </p:nvSpPr>
            <p:spPr bwMode="auto">
              <a:xfrm>
                <a:off x="10927080" y="2286000"/>
                <a:ext cx="3703320" cy="36576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 b="1">
                  <a:solidFill>
                    <a:srgbClr val="FFFFFF"/>
                  </a:solidFill>
                </a:endParaRP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49BA756-E2FB-8D45-BB82-A955EBBDF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400551" y="3414276"/>
                <a:ext cx="2802098" cy="1401049"/>
              </a:xfrm>
              <a:prstGeom prst="rect">
                <a:avLst/>
              </a:prstGeom>
            </p:spPr>
          </p:pic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9236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 userDrawn="1"/>
        </p:nvSpPr>
        <p:spPr>
          <a:xfrm>
            <a:off x="7315201" y="6302866"/>
            <a:ext cx="7315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A5D0BA-B17D-D352-3696-D80C4564771E}"/>
              </a:ext>
            </a:extLst>
          </p:cNvPr>
          <p:cNvGrpSpPr/>
          <p:nvPr userDrawn="1"/>
        </p:nvGrpSpPr>
        <p:grpSpPr>
          <a:xfrm>
            <a:off x="-18169" y="2286000"/>
            <a:ext cx="14648569" cy="3703320"/>
            <a:chOff x="-18169" y="2286000"/>
            <a:chExt cx="14648569" cy="37033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F6CCA3A-A5DE-4271-80F0-65307F662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0961"/>
            <a:stretch/>
          </p:blipFill>
          <p:spPr>
            <a:xfrm>
              <a:off x="-18169" y="2286000"/>
              <a:ext cx="7310005" cy="3703320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88FA14F-CAF9-28F0-4E50-E88B33788615}"/>
                </a:ext>
              </a:extLst>
            </p:cNvPr>
            <p:cNvGrpSpPr/>
            <p:nvPr/>
          </p:nvGrpSpPr>
          <p:grpSpPr>
            <a:xfrm>
              <a:off x="7269486" y="2286000"/>
              <a:ext cx="3703320" cy="3703320"/>
              <a:chOff x="7315201" y="2286000"/>
              <a:chExt cx="3657600" cy="36576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7B61B60-935C-7BC9-43B5-ACCCBC6C10DC}"/>
                  </a:ext>
                </a:extLst>
              </p:cNvPr>
              <p:cNvSpPr/>
              <p:nvPr/>
            </p:nvSpPr>
            <p:spPr bwMode="auto">
              <a:xfrm>
                <a:off x="7315201" y="2286000"/>
                <a:ext cx="3657600" cy="365760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 b="1">
                  <a:solidFill>
                    <a:srgbClr val="FFFFFF"/>
                  </a:solidFill>
                </a:endParaRP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EBDA7D4E-C581-FC03-CF8A-6673F24134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8519443" y="3702677"/>
                <a:ext cx="1249117" cy="824247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F126BEC-1233-693E-FA22-471FB7AFEBC6}"/>
                </a:ext>
              </a:extLst>
            </p:cNvPr>
            <p:cNvGrpSpPr/>
            <p:nvPr/>
          </p:nvGrpSpPr>
          <p:grpSpPr>
            <a:xfrm>
              <a:off x="10927080" y="2286000"/>
              <a:ext cx="3703320" cy="3703320"/>
              <a:chOff x="10927080" y="2286000"/>
              <a:chExt cx="3703320" cy="36576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A35715-C768-7E47-1B85-B4E00990DA72}"/>
                  </a:ext>
                </a:extLst>
              </p:cNvPr>
              <p:cNvSpPr/>
              <p:nvPr/>
            </p:nvSpPr>
            <p:spPr bwMode="auto">
              <a:xfrm>
                <a:off x="10927080" y="2286000"/>
                <a:ext cx="3703320" cy="36576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square"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 b="1">
                  <a:solidFill>
                    <a:srgbClr val="FFFFFF"/>
                  </a:solidFill>
                </a:endParaRP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07F3CA5-66B4-02C8-F77C-DFAE75CF94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400551" y="3414276"/>
                <a:ext cx="2802098" cy="1401049"/>
              </a:xfrm>
              <a:prstGeom prst="rect">
                <a:avLst/>
              </a:prstGeom>
            </p:spPr>
          </p:pic>
        </p:grpSp>
      </p:grp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128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3" y="-1"/>
            <a:ext cx="5376485" cy="2936728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274309" algn="l" defTabSz="146298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tx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6"/>
          </a:solidFill>
        </p:spPr>
        <p:txBody>
          <a:bodyPr/>
          <a:lstStyle>
            <a:lvl1pPr marL="274309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0298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3" y="-1"/>
            <a:ext cx="5376485" cy="2936728"/>
          </a:xfrm>
          <a:solidFill>
            <a:schemeClr val="tx2"/>
          </a:solidFill>
        </p:spPr>
        <p:txBody>
          <a:bodyPr lIns="91440">
            <a:noAutofit/>
          </a:bodyPr>
          <a:lstStyle>
            <a:lvl1pPr marL="274309" algn="l" defTabSz="146298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tx2"/>
          </a:solidFill>
        </p:spPr>
        <p:txBody>
          <a:bodyPr/>
          <a:lstStyle>
            <a:lvl1pPr marL="274309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0977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1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1"/>
            <a:ext cx="5580062" cy="2050895"/>
          </a:xfrm>
        </p:spPr>
        <p:txBody>
          <a:bodyPr>
            <a:noAutofit/>
          </a:bodyPr>
          <a:lstStyle>
            <a:lvl1pPr algn="l" defTabSz="146298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2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063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1"/>
            <a:ext cx="14630400" cy="72310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547101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1"/>
            <a:ext cx="5580062" cy="2050895"/>
          </a:xfrm>
        </p:spPr>
        <p:txBody>
          <a:bodyPr>
            <a:noAutofit/>
          </a:bodyPr>
          <a:lstStyle>
            <a:lvl1pPr algn="l" defTabSz="146298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2"/>
            <a:ext cx="1768351" cy="454588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1118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751516" y="2600326"/>
            <a:ext cx="8375616" cy="311347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339712" indent="0">
              <a:lnSpc>
                <a:spcPct val="150000"/>
              </a:lnSpc>
              <a:buNone/>
              <a:defRPr sz="2000"/>
            </a:lvl2pPr>
            <a:lvl3pPr marL="688948" indent="0">
              <a:lnSpc>
                <a:spcPct val="150000"/>
              </a:lnSpc>
              <a:buNone/>
              <a:defRPr sz="2000"/>
            </a:lvl3pPr>
            <a:lvl4pPr marL="976273" indent="0">
              <a:lnSpc>
                <a:spcPct val="150000"/>
              </a:lnSpc>
              <a:buNone/>
              <a:defRPr sz="2000"/>
            </a:lvl4pPr>
            <a:lvl5pPr marL="1314397" indent="0">
              <a:lnSpc>
                <a:spcPct val="15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97514" y="1943101"/>
            <a:ext cx="0" cy="4874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1517" y="5819686"/>
            <a:ext cx="459263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51517" y="6158867"/>
            <a:ext cx="4592639" cy="74722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48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273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397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7515" y="801452"/>
            <a:ext cx="8629618" cy="606582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515" y="1943101"/>
            <a:ext cx="420678" cy="42067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9058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1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1" y="2074470"/>
            <a:ext cx="8604349" cy="473788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7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48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273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397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8560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3" y="5699766"/>
            <a:ext cx="4014988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3" y="6038948"/>
            <a:ext cx="4014988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48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273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397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1" y="1417245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1" y="1417246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68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1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00486" y="2340351"/>
            <a:ext cx="11626676" cy="503524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500486" y="2886393"/>
            <a:ext cx="11626676" cy="1366630"/>
          </a:xfrm>
        </p:spPr>
        <p:txBody>
          <a:bodyPr>
            <a:noAutofit/>
          </a:bodyPr>
          <a:lstStyle>
            <a:lvl1pPr marL="285738" indent="-285738">
              <a:buFont typeface="Arial" panose="020B0604020202020204" pitchFamily="34" charset="0"/>
              <a:buChar char="•"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39" y="2432750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0486" y="4596723"/>
            <a:ext cx="11626676" cy="503524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00486" y="5142765"/>
            <a:ext cx="11626676" cy="1366630"/>
          </a:xfrm>
        </p:spPr>
        <p:txBody>
          <a:bodyPr>
            <a:noAutofit/>
          </a:bodyPr>
          <a:lstStyle>
            <a:lvl1pPr marL="285738" indent="-285738">
              <a:buFont typeface="Arial" panose="020B0604020202020204" pitchFamily="34" charset="0"/>
              <a:buChar char="•"/>
              <a:defRPr sz="1600"/>
            </a:lvl1pPr>
            <a:lvl2pPr marL="339712" indent="0">
              <a:buNone/>
              <a:defRPr sz="1600"/>
            </a:lvl2pPr>
            <a:lvl3pPr marL="688948" indent="0">
              <a:buNone/>
              <a:defRPr sz="1600"/>
            </a:lvl3pPr>
            <a:lvl4pPr marL="976273" indent="0">
              <a:buNone/>
              <a:defRPr sz="1600"/>
            </a:lvl4pPr>
            <a:lvl5pPr marL="1314397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3239" y="4689122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683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9" y="616688"/>
            <a:ext cx="4302678" cy="729227"/>
          </a:xfrm>
        </p:spPr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237" y="1597027"/>
            <a:ext cx="3060250" cy="1348193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339712" indent="0">
              <a:buNone/>
              <a:defRPr sz="2800"/>
            </a:lvl2pPr>
            <a:lvl3pPr marL="688948" indent="0">
              <a:buNone/>
              <a:defRPr sz="2800"/>
            </a:lvl3pPr>
            <a:lvl4pPr marL="976273" indent="0">
              <a:buNone/>
              <a:defRPr sz="2800"/>
            </a:lvl4pPr>
            <a:lvl5pPr marL="1314397" indent="0">
              <a:buNone/>
              <a:defRPr sz="280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03233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0853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20853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8404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166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166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459080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669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669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934110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5172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5172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3233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20853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20853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8404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166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0166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59080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669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7669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934110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5172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5172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84049" y="2567105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01669" y="272382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01669" y="302862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459080" y="2567105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76699" y="272382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76699" y="302862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660760" y="919031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78379" y="1075749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78379" y="1380551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714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 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 49">
            <a:extLst>
              <a:ext uri="{FF2B5EF4-FFF2-40B4-BE49-F238E27FC236}">
                <a16:creationId xmlns:a16="http://schemas.microsoft.com/office/drawing/2014/main" id="{E344299F-12BC-1547-BDC5-F557A00517A7}"/>
              </a:ext>
            </a:extLst>
          </p:cNvPr>
          <p:cNvSpPr/>
          <p:nvPr/>
        </p:nvSpPr>
        <p:spPr>
          <a:xfrm rot="10800000">
            <a:off x="11435675" y="-2"/>
            <a:ext cx="3200764" cy="3001214"/>
          </a:xfrm>
          <a:custGeom>
            <a:avLst/>
            <a:gdLst>
              <a:gd name="connsiteX0" fmla="*/ 2667303 w 2667303"/>
              <a:gd name="connsiteY0" fmla="*/ 2501012 h 2501012"/>
              <a:gd name="connsiteX1" fmla="*/ 0 w 2667303"/>
              <a:gd name="connsiteY1" fmla="*/ 2501012 h 2501012"/>
              <a:gd name="connsiteX2" fmla="*/ 0 w 2667303"/>
              <a:gd name="connsiteY2" fmla="*/ 0 h 2501012"/>
              <a:gd name="connsiteX3" fmla="*/ 1416797 w 2667303"/>
              <a:gd name="connsiteY3" fmla="*/ 0 h 2501012"/>
              <a:gd name="connsiteX4" fmla="*/ 2667303 w 2667303"/>
              <a:gd name="connsiteY4" fmla="*/ 1250506 h 250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7303" h="2501012">
                <a:moveTo>
                  <a:pt x="2667303" y="2501012"/>
                </a:moveTo>
                <a:lnTo>
                  <a:pt x="0" y="2501012"/>
                </a:lnTo>
                <a:lnTo>
                  <a:pt x="0" y="0"/>
                </a:lnTo>
                <a:lnTo>
                  <a:pt x="1416797" y="0"/>
                </a:lnTo>
                <a:cubicBezTo>
                  <a:pt x="2107432" y="0"/>
                  <a:pt x="2667303" y="559871"/>
                  <a:pt x="2667303" y="1250506"/>
                </a:cubicBezTo>
                <a:close/>
              </a:path>
            </a:pathLst>
          </a:cu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3152" rIns="0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560" err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483F1CBA-4D3F-7E4C-83C5-71000CB0CE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978083" y="964139"/>
            <a:ext cx="1652320" cy="2037076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" name="Text Placeholder 45">
            <a:extLst>
              <a:ext uri="{FF2B5EF4-FFF2-40B4-BE49-F238E27FC236}">
                <a16:creationId xmlns:a16="http://schemas.microsoft.com/office/drawing/2014/main" id="{6D46207A-DC03-E847-B760-9EB296AF0C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31668" y="370378"/>
            <a:ext cx="2408779" cy="332399"/>
          </a:xfrm>
          <a:prstGeom prst="rect">
            <a:avLst/>
          </a:prstGeom>
        </p:spPr>
        <p:txBody>
          <a:bodyPr lIns="36576" tIns="36576" rIns="36576" bIns="36576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1680" b="1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1280">
                <a:latin typeface="+mj-lt"/>
              </a:defRPr>
            </a:lvl2pPr>
            <a:lvl3pPr>
              <a:defRPr sz="1280">
                <a:latin typeface="+mj-lt"/>
              </a:defRPr>
            </a:lvl3pPr>
            <a:lvl4pPr>
              <a:defRPr sz="1280">
                <a:latin typeface="+mj-lt"/>
              </a:defRPr>
            </a:lvl4pPr>
            <a:lvl5pPr>
              <a:defRPr sz="1280">
                <a:latin typeface="+mj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D29E2DFD-20EA-2E40-9743-EA82D393F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823894" y="697157"/>
            <a:ext cx="2408779" cy="258532"/>
          </a:xfrm>
          <a:prstGeom prst="rect">
            <a:avLst/>
          </a:prstGeom>
        </p:spPr>
        <p:txBody>
          <a:bodyPr lIns="36576" tIns="36576" rIns="36576" bIns="36576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200" b="0" i="0" spc="-48" baseline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>
              <a:defRPr sz="1280">
                <a:latin typeface="+mj-lt"/>
              </a:defRPr>
            </a:lvl2pPr>
            <a:lvl3pPr>
              <a:defRPr sz="1280">
                <a:latin typeface="+mj-lt"/>
              </a:defRPr>
            </a:lvl3pPr>
            <a:lvl4pPr>
              <a:defRPr sz="1280">
                <a:latin typeface="+mj-lt"/>
              </a:defRPr>
            </a:lvl4pPr>
            <a:lvl5pPr>
              <a:defRPr sz="1280">
                <a:latin typeface="+mj-lt"/>
              </a:defRPr>
            </a:lvl5pPr>
          </a:lstStyle>
          <a:p>
            <a:pPr lvl="0"/>
            <a:r>
              <a:rPr lang="en-US"/>
              <a:t>TITLE, DEPARTMENT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E92EEE-1D6B-6942-A40D-CB52EB3A29EA}"/>
              </a:ext>
            </a:extLst>
          </p:cNvPr>
          <p:cNvGrpSpPr/>
          <p:nvPr/>
        </p:nvGrpSpPr>
        <p:grpSpPr>
          <a:xfrm>
            <a:off x="803539" y="796731"/>
            <a:ext cx="10235941" cy="7040442"/>
            <a:chOff x="253999" y="256470"/>
            <a:chExt cx="6791466" cy="473241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B0D981C-5031-9144-975D-129A14B56DE2}"/>
                </a:ext>
              </a:extLst>
            </p:cNvPr>
            <p:cNvGrpSpPr/>
            <p:nvPr/>
          </p:nvGrpSpPr>
          <p:grpSpPr>
            <a:xfrm flipH="1" flipV="1">
              <a:off x="253999" y="256470"/>
              <a:ext cx="2929039" cy="4732410"/>
              <a:chOff x="701574" y="163443"/>
              <a:chExt cx="2929039" cy="4732410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392FA1C-15D9-4241-A8EC-54D5917CDE45}"/>
                  </a:ext>
                </a:extLst>
              </p:cNvPr>
              <p:cNvSpPr/>
              <p:nvPr/>
            </p:nvSpPr>
            <p:spPr>
              <a:xfrm rot="5400000">
                <a:off x="2245001" y="3510241"/>
                <a:ext cx="1385888" cy="1385335"/>
              </a:xfrm>
              <a:custGeom>
                <a:avLst/>
                <a:gdLst>
                  <a:gd name="connsiteX0" fmla="*/ 5285 w 1514204"/>
                  <a:gd name="connsiteY0" fmla="*/ 0 h 1513599"/>
                  <a:gd name="connsiteX1" fmla="*/ 1514204 w 1514204"/>
                  <a:gd name="connsiteY1" fmla="*/ 1509713 h 1513599"/>
                  <a:gd name="connsiteX2" fmla="*/ 1514008 w 1514204"/>
                  <a:gd name="connsiteY2" fmla="*/ 1513599 h 1513599"/>
                  <a:gd name="connsiteX3" fmla="*/ 0 w 1514204"/>
                  <a:gd name="connsiteY3" fmla="*/ 1513599 h 1513599"/>
                  <a:gd name="connsiteX4" fmla="*/ 0 w 1514204"/>
                  <a:gd name="connsiteY4" fmla="*/ 267 h 1513599"/>
                  <a:gd name="connsiteX0" fmla="*/ 0 w 1514204"/>
                  <a:gd name="connsiteY0" fmla="*/ 267 h 1543322"/>
                  <a:gd name="connsiteX1" fmla="*/ 5285 w 1514204"/>
                  <a:gd name="connsiteY1" fmla="*/ 0 h 1543322"/>
                  <a:gd name="connsiteX2" fmla="*/ 1514204 w 1514204"/>
                  <a:gd name="connsiteY2" fmla="*/ 1509713 h 1543322"/>
                  <a:gd name="connsiteX3" fmla="*/ 1514008 w 1514204"/>
                  <a:gd name="connsiteY3" fmla="*/ 1513599 h 1543322"/>
                  <a:gd name="connsiteX4" fmla="*/ 29723 w 1514204"/>
                  <a:gd name="connsiteY4" fmla="*/ 1543322 h 1543322"/>
                  <a:gd name="connsiteX0" fmla="*/ 0 w 1514204"/>
                  <a:gd name="connsiteY0" fmla="*/ 267 h 1513599"/>
                  <a:gd name="connsiteX1" fmla="*/ 5285 w 1514204"/>
                  <a:gd name="connsiteY1" fmla="*/ 0 h 1513599"/>
                  <a:gd name="connsiteX2" fmla="*/ 1514204 w 1514204"/>
                  <a:gd name="connsiteY2" fmla="*/ 1509713 h 1513599"/>
                  <a:gd name="connsiteX3" fmla="*/ 1514008 w 1514204"/>
                  <a:gd name="connsiteY3" fmla="*/ 1513599 h 1513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4204" h="1513599">
                    <a:moveTo>
                      <a:pt x="0" y="267"/>
                    </a:moveTo>
                    <a:lnTo>
                      <a:pt x="5285" y="0"/>
                    </a:lnTo>
                    <a:cubicBezTo>
                      <a:pt x="838638" y="0"/>
                      <a:pt x="1514204" y="675922"/>
                      <a:pt x="1514204" y="1509713"/>
                    </a:cubicBezTo>
                    <a:cubicBezTo>
                      <a:pt x="1514139" y="1511008"/>
                      <a:pt x="1514073" y="1512304"/>
                      <a:pt x="1514008" y="1513599"/>
                    </a:cubicBez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560" err="1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5FC3511-F4BA-6149-A270-2727EAF522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0613" y="163443"/>
                <a:ext cx="0" cy="3346522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7467E39-85C7-774D-9A19-48CB95D668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1574" y="4895853"/>
                <a:ext cx="1543703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AC0709-49BD-DA45-86B6-90EBE9FF0195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56470"/>
              <a:ext cx="3862427" cy="0"/>
            </a:xfrm>
            <a:prstGeom prst="line">
              <a:avLst/>
            </a:prstGeom>
            <a:noFill/>
            <a:ln w="12700" cap="flat">
              <a:solidFill>
                <a:schemeClr val="tx1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897B122-6C05-F946-A097-7252867351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00403" y="914735"/>
            <a:ext cx="7839076" cy="360099"/>
          </a:xfrm>
        </p:spPr>
        <p:txBody>
          <a:bodyPr wrap="square" anchor="t">
            <a:spAutoFit/>
          </a:bodyPr>
          <a:lstStyle>
            <a:lvl1pPr marL="0" indent="0" algn="r">
              <a:buNone/>
              <a:defRPr sz="144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5" name="Picture Placeholder 100">
            <a:extLst>
              <a:ext uri="{FF2B5EF4-FFF2-40B4-BE49-F238E27FC236}">
                <a16:creationId xmlns:a16="http://schemas.microsoft.com/office/drawing/2014/main" id="{27CF1189-2CF3-F04B-8B53-148C26116A18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6610313" y="369942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96" name="Text Placeholder 15">
            <a:extLst>
              <a:ext uri="{FF2B5EF4-FFF2-40B4-BE49-F238E27FC236}">
                <a16:creationId xmlns:a16="http://schemas.microsoft.com/office/drawing/2014/main" id="{900E4201-13B3-A242-8612-1ABFF767BD12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>
          <a:xfrm>
            <a:off x="4394514" y="369837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Text Placeholder 28">
            <a:extLst>
              <a:ext uri="{FF2B5EF4-FFF2-40B4-BE49-F238E27FC236}">
                <a16:creationId xmlns:a16="http://schemas.microsoft.com/office/drawing/2014/main" id="{1CD85EA5-9247-6C4F-BF54-EF93B0A6563F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4388480" y="3694486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98" name="Text Placeholder 28">
            <a:extLst>
              <a:ext uri="{FF2B5EF4-FFF2-40B4-BE49-F238E27FC236}">
                <a16:creationId xmlns:a16="http://schemas.microsoft.com/office/drawing/2014/main" id="{E097855A-954D-814A-A797-81CD4764C6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88480" y="413774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99" name="Picture Placeholder 100">
            <a:extLst>
              <a:ext uri="{FF2B5EF4-FFF2-40B4-BE49-F238E27FC236}">
                <a16:creationId xmlns:a16="http://schemas.microsoft.com/office/drawing/2014/main" id="{77D18601-1BBA-7548-864B-4FFF20EB0411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13037143" y="369942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00" name="Text Placeholder 15">
            <a:extLst>
              <a:ext uri="{FF2B5EF4-FFF2-40B4-BE49-F238E27FC236}">
                <a16:creationId xmlns:a16="http://schemas.microsoft.com/office/drawing/2014/main" id="{EBD1A759-1982-3E4C-AC9D-FD531367DB05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>
          <a:xfrm>
            <a:off x="10821344" y="369837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28">
            <a:extLst>
              <a:ext uri="{FF2B5EF4-FFF2-40B4-BE49-F238E27FC236}">
                <a16:creationId xmlns:a16="http://schemas.microsoft.com/office/drawing/2014/main" id="{4594E449-D5B4-8943-8B1F-1EDB84E11CBF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0815310" y="3694486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2" name="Text Placeholder 28">
            <a:extLst>
              <a:ext uri="{FF2B5EF4-FFF2-40B4-BE49-F238E27FC236}">
                <a16:creationId xmlns:a16="http://schemas.microsoft.com/office/drawing/2014/main" id="{7E127B94-5606-E441-8CC9-E590256457E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0815310" y="413774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103" name="Picture Placeholder 100">
            <a:extLst>
              <a:ext uri="{FF2B5EF4-FFF2-40B4-BE49-F238E27FC236}">
                <a16:creationId xmlns:a16="http://schemas.microsoft.com/office/drawing/2014/main" id="{A260EF88-6390-D644-9EB2-23B0DBBF2595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3402935" y="369942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04" name="Text Placeholder 15">
            <a:extLst>
              <a:ext uri="{FF2B5EF4-FFF2-40B4-BE49-F238E27FC236}">
                <a16:creationId xmlns:a16="http://schemas.microsoft.com/office/drawing/2014/main" id="{73077A52-E733-624D-82BB-38DC053B5E0E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>
          <a:xfrm>
            <a:off x="1187135" y="369837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5" name="Text Placeholder 28">
            <a:extLst>
              <a:ext uri="{FF2B5EF4-FFF2-40B4-BE49-F238E27FC236}">
                <a16:creationId xmlns:a16="http://schemas.microsoft.com/office/drawing/2014/main" id="{10334FE2-F073-0D42-9A43-64A23F8D521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1181101" y="3694486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6" name="Text Placeholder 28">
            <a:extLst>
              <a:ext uri="{FF2B5EF4-FFF2-40B4-BE49-F238E27FC236}">
                <a16:creationId xmlns:a16="http://schemas.microsoft.com/office/drawing/2014/main" id="{D735EC80-4E79-C646-90A9-78CAED98F306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181101" y="413774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107" name="Picture Placeholder 100">
            <a:extLst>
              <a:ext uri="{FF2B5EF4-FFF2-40B4-BE49-F238E27FC236}">
                <a16:creationId xmlns:a16="http://schemas.microsoft.com/office/drawing/2014/main" id="{B96EBC3C-86E9-9941-8F8E-71DB20214D6B}"/>
              </a:ext>
            </a:extLst>
          </p:cNvPr>
          <p:cNvSpPr>
            <a:spLocks noGrp="1"/>
          </p:cNvSpPr>
          <p:nvPr>
            <p:ph type="pic" sz="quarter" idx="116" hasCustomPrompt="1"/>
          </p:nvPr>
        </p:nvSpPr>
        <p:spPr>
          <a:xfrm>
            <a:off x="9829764" y="369942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08" name="Text Placeholder 15">
            <a:extLst>
              <a:ext uri="{FF2B5EF4-FFF2-40B4-BE49-F238E27FC236}">
                <a16:creationId xmlns:a16="http://schemas.microsoft.com/office/drawing/2014/main" id="{350908F5-B66A-1047-BE2C-F4A3E19D017A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>
          <a:xfrm>
            <a:off x="7613965" y="369837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8">
            <a:extLst>
              <a:ext uri="{FF2B5EF4-FFF2-40B4-BE49-F238E27FC236}">
                <a16:creationId xmlns:a16="http://schemas.microsoft.com/office/drawing/2014/main" id="{5B8794F4-03EF-4145-9295-FD938D5E7FAA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7607931" y="3694486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0" name="Text Placeholder 28">
            <a:extLst>
              <a:ext uri="{FF2B5EF4-FFF2-40B4-BE49-F238E27FC236}">
                <a16:creationId xmlns:a16="http://schemas.microsoft.com/office/drawing/2014/main" id="{0DA4179C-BA28-E84F-B49F-A6734CDC4DA0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7607931" y="413774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30" name="Picture Placeholder 100">
            <a:extLst>
              <a:ext uri="{FF2B5EF4-FFF2-40B4-BE49-F238E27FC236}">
                <a16:creationId xmlns:a16="http://schemas.microsoft.com/office/drawing/2014/main" id="{ECB172AF-AB01-D641-B12B-F4319738C395}"/>
              </a:ext>
            </a:extLst>
          </p:cNvPr>
          <p:cNvSpPr>
            <a:spLocks noGrp="1"/>
          </p:cNvSpPr>
          <p:nvPr>
            <p:ph type="pic" sz="quarter" idx="120" hasCustomPrompt="1"/>
          </p:nvPr>
        </p:nvSpPr>
        <p:spPr>
          <a:xfrm>
            <a:off x="6610313" y="513198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C4858B5-209A-8447-B751-45E3A23EAFA1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>
          <a:xfrm>
            <a:off x="4394514" y="513093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DC128D0D-1FDE-114B-A09E-0334F98935E0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4388480" y="5127045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6ABBC5CF-FC23-B943-9EF8-0F17AD4045A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388480" y="557030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34" name="Picture Placeholder 100">
            <a:extLst>
              <a:ext uri="{FF2B5EF4-FFF2-40B4-BE49-F238E27FC236}">
                <a16:creationId xmlns:a16="http://schemas.microsoft.com/office/drawing/2014/main" id="{D05A3AAA-BDEC-6847-86A5-8AE464156851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3402935" y="513198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7AE87389-9B6C-134A-880D-43E891660590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>
          <a:xfrm>
            <a:off x="1187135" y="513093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B9FAB0BE-CCC3-5845-89E2-29358FB3CD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181101" y="5127045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E8EE44CC-88BE-8947-AEE9-C5E1B346B8C1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181101" y="557030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38" name="Picture Placeholder 100">
            <a:extLst>
              <a:ext uri="{FF2B5EF4-FFF2-40B4-BE49-F238E27FC236}">
                <a16:creationId xmlns:a16="http://schemas.microsoft.com/office/drawing/2014/main" id="{7A0291AE-30E8-CA49-8264-135008D7786B}"/>
              </a:ext>
            </a:extLst>
          </p:cNvPr>
          <p:cNvSpPr>
            <a:spLocks noGrp="1"/>
          </p:cNvSpPr>
          <p:nvPr>
            <p:ph type="pic" sz="quarter" idx="128" hasCustomPrompt="1"/>
          </p:nvPr>
        </p:nvSpPr>
        <p:spPr>
          <a:xfrm>
            <a:off x="9829764" y="513198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D142D387-9256-3440-99BF-8917BF3FDE26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>
          <a:xfrm>
            <a:off x="7613965" y="513093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4B4994CF-8497-6F48-88A3-C16220F6D3BD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607931" y="5127045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1E09AC85-6674-8240-A921-EF20C22CCFA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7607931" y="557030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42" name="Picture Placeholder 100">
            <a:extLst>
              <a:ext uri="{FF2B5EF4-FFF2-40B4-BE49-F238E27FC236}">
                <a16:creationId xmlns:a16="http://schemas.microsoft.com/office/drawing/2014/main" id="{42423BC3-CC34-5043-8179-E9C225C35B80}"/>
              </a:ext>
            </a:extLst>
          </p:cNvPr>
          <p:cNvSpPr>
            <a:spLocks noGrp="1"/>
          </p:cNvSpPr>
          <p:nvPr>
            <p:ph type="pic" sz="quarter" idx="132" hasCustomPrompt="1"/>
          </p:nvPr>
        </p:nvSpPr>
        <p:spPr>
          <a:xfrm>
            <a:off x="6610313" y="226686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845F0C52-F6D7-F142-A806-806BA0D20D5C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>
          <a:xfrm>
            <a:off x="4394514" y="226581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7E63A0AF-0752-3143-B721-193105E814AF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4388480" y="2261926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A0C49BCA-CFA6-C748-B543-7B5C0A5A533C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4388480" y="270518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46" name="Picture Placeholder 100">
            <a:extLst>
              <a:ext uri="{FF2B5EF4-FFF2-40B4-BE49-F238E27FC236}">
                <a16:creationId xmlns:a16="http://schemas.microsoft.com/office/drawing/2014/main" id="{C4FDB585-246E-5845-A517-24D7B0A50D3E}"/>
              </a:ext>
            </a:extLst>
          </p:cNvPr>
          <p:cNvSpPr>
            <a:spLocks noGrp="1"/>
          </p:cNvSpPr>
          <p:nvPr>
            <p:ph type="pic" sz="quarter" idx="136" hasCustomPrompt="1"/>
          </p:nvPr>
        </p:nvSpPr>
        <p:spPr>
          <a:xfrm>
            <a:off x="3402935" y="226686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FA8D8E98-7AD3-FE46-88E3-C1A9D6FB8693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>
          <a:xfrm>
            <a:off x="1187135" y="226581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8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FA6F5166-7120-9A41-B281-BA81AE98E96C}"/>
              </a:ext>
            </a:extLst>
          </p:cNvPr>
          <p:cNvSpPr>
            <a:spLocks noGrp="1"/>
          </p:cNvSpPr>
          <p:nvPr>
            <p:ph type="body" sz="quarter" idx="138" hasCustomPrompt="1"/>
          </p:nvPr>
        </p:nvSpPr>
        <p:spPr>
          <a:xfrm>
            <a:off x="1181101" y="2261926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23B47CDB-E124-A449-96AE-AEAE6822C939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1181101" y="270518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51" name="Picture Placeholder 100">
            <a:extLst>
              <a:ext uri="{FF2B5EF4-FFF2-40B4-BE49-F238E27FC236}">
                <a16:creationId xmlns:a16="http://schemas.microsoft.com/office/drawing/2014/main" id="{562908F4-0AED-F14D-849F-0FEEBDFD50FD}"/>
              </a:ext>
            </a:extLst>
          </p:cNvPr>
          <p:cNvSpPr>
            <a:spLocks noGrp="1"/>
          </p:cNvSpPr>
          <p:nvPr>
            <p:ph type="pic" sz="quarter" idx="140" hasCustomPrompt="1"/>
          </p:nvPr>
        </p:nvSpPr>
        <p:spPr>
          <a:xfrm>
            <a:off x="9829764" y="2266861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52" name="Text Placeholder 15">
            <a:extLst>
              <a:ext uri="{FF2B5EF4-FFF2-40B4-BE49-F238E27FC236}">
                <a16:creationId xmlns:a16="http://schemas.microsoft.com/office/drawing/2014/main" id="{4BB95A1B-6255-174F-BE42-226D28F2CFCF}"/>
              </a:ext>
            </a:extLst>
          </p:cNvPr>
          <p:cNvSpPr>
            <a:spLocks noGrp="1"/>
          </p:cNvSpPr>
          <p:nvPr>
            <p:ph type="body" sz="quarter" idx="141"/>
          </p:nvPr>
        </p:nvSpPr>
        <p:spPr>
          <a:xfrm>
            <a:off x="7613965" y="2265810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C3659294-71BF-E84E-9AE5-ED4E3D7E3932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7607931" y="2261926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28">
            <a:extLst>
              <a:ext uri="{FF2B5EF4-FFF2-40B4-BE49-F238E27FC236}">
                <a16:creationId xmlns:a16="http://schemas.microsoft.com/office/drawing/2014/main" id="{A78A98D3-1B2E-2345-B6D0-00FCE8609EF6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7607931" y="2705189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2" name="Picture Placeholder 100">
            <a:extLst>
              <a:ext uri="{FF2B5EF4-FFF2-40B4-BE49-F238E27FC236}">
                <a16:creationId xmlns:a16="http://schemas.microsoft.com/office/drawing/2014/main" id="{9B8FB915-952C-C285-35A6-E588FD33D83D}"/>
              </a:ext>
            </a:extLst>
          </p:cNvPr>
          <p:cNvSpPr>
            <a:spLocks noGrp="1"/>
          </p:cNvSpPr>
          <p:nvPr>
            <p:ph type="pic" sz="quarter" idx="144" hasCustomPrompt="1"/>
          </p:nvPr>
        </p:nvSpPr>
        <p:spPr>
          <a:xfrm>
            <a:off x="6610313" y="6576205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C3B4097-2192-3C7F-1BDC-E2E6AEC261E9}"/>
              </a:ext>
            </a:extLst>
          </p:cNvPr>
          <p:cNvSpPr>
            <a:spLocks noGrp="1"/>
          </p:cNvSpPr>
          <p:nvPr>
            <p:ph type="body" sz="quarter" idx="145"/>
          </p:nvPr>
        </p:nvSpPr>
        <p:spPr>
          <a:xfrm>
            <a:off x="4394514" y="6575154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8">
            <a:extLst>
              <a:ext uri="{FF2B5EF4-FFF2-40B4-BE49-F238E27FC236}">
                <a16:creationId xmlns:a16="http://schemas.microsoft.com/office/drawing/2014/main" id="{FF7E3864-6260-A037-A6F6-971055D0599A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4388480" y="6571270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36E25538-7422-118B-FE69-EF271771050E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4388480" y="7014533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15" name="Picture Placeholder 100">
            <a:extLst>
              <a:ext uri="{FF2B5EF4-FFF2-40B4-BE49-F238E27FC236}">
                <a16:creationId xmlns:a16="http://schemas.microsoft.com/office/drawing/2014/main" id="{625E72EC-E975-7E7A-D55D-2141B4045E38}"/>
              </a:ext>
            </a:extLst>
          </p:cNvPr>
          <p:cNvSpPr>
            <a:spLocks noGrp="1"/>
          </p:cNvSpPr>
          <p:nvPr>
            <p:ph type="pic" sz="quarter" idx="148" hasCustomPrompt="1"/>
          </p:nvPr>
        </p:nvSpPr>
        <p:spPr>
          <a:xfrm>
            <a:off x="3402935" y="6576205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3A99BD-D470-DA96-AAB6-1EDC46E9785F}"/>
              </a:ext>
            </a:extLst>
          </p:cNvPr>
          <p:cNvSpPr>
            <a:spLocks noGrp="1"/>
          </p:cNvSpPr>
          <p:nvPr>
            <p:ph type="body" sz="quarter" idx="149"/>
          </p:nvPr>
        </p:nvSpPr>
        <p:spPr>
          <a:xfrm>
            <a:off x="1187135" y="6575154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D2053CE-4394-ED00-7591-75749C6E55DD}"/>
              </a:ext>
            </a:extLst>
          </p:cNvPr>
          <p:cNvSpPr>
            <a:spLocks noGrp="1"/>
          </p:cNvSpPr>
          <p:nvPr>
            <p:ph type="body" sz="quarter" idx="150" hasCustomPrompt="1"/>
          </p:nvPr>
        </p:nvSpPr>
        <p:spPr>
          <a:xfrm>
            <a:off x="1181101" y="6571270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F3489B7D-2A1F-D0D7-33C6-4E382FEE8E18}"/>
              </a:ext>
            </a:extLst>
          </p:cNvPr>
          <p:cNvSpPr>
            <a:spLocks noGrp="1"/>
          </p:cNvSpPr>
          <p:nvPr>
            <p:ph type="body" sz="quarter" idx="151" hasCustomPrompt="1"/>
          </p:nvPr>
        </p:nvSpPr>
        <p:spPr>
          <a:xfrm>
            <a:off x="1181101" y="7014533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19" name="Picture Placeholder 100">
            <a:extLst>
              <a:ext uri="{FF2B5EF4-FFF2-40B4-BE49-F238E27FC236}">
                <a16:creationId xmlns:a16="http://schemas.microsoft.com/office/drawing/2014/main" id="{73F118AB-09BF-F68C-D369-E3745F3810CF}"/>
              </a:ext>
            </a:extLst>
          </p:cNvPr>
          <p:cNvSpPr>
            <a:spLocks noGrp="1"/>
          </p:cNvSpPr>
          <p:nvPr>
            <p:ph type="pic" sz="quarter" idx="152" hasCustomPrompt="1"/>
          </p:nvPr>
        </p:nvSpPr>
        <p:spPr>
          <a:xfrm>
            <a:off x="9829764" y="6576205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7C93E77-94DE-EC67-1E1D-848B44823CAF}"/>
              </a:ext>
            </a:extLst>
          </p:cNvPr>
          <p:cNvSpPr>
            <a:spLocks noGrp="1"/>
          </p:cNvSpPr>
          <p:nvPr>
            <p:ph type="body" sz="quarter" idx="153"/>
          </p:nvPr>
        </p:nvSpPr>
        <p:spPr>
          <a:xfrm>
            <a:off x="7613965" y="6575154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EDD27C0A-4BFE-5170-76D5-2F86B9066FB2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7607931" y="6571270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4" name="Text Placeholder 28">
            <a:extLst>
              <a:ext uri="{FF2B5EF4-FFF2-40B4-BE49-F238E27FC236}">
                <a16:creationId xmlns:a16="http://schemas.microsoft.com/office/drawing/2014/main" id="{E79E4D6D-AFA3-DDE6-CDC9-05C3D0990B8E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7607931" y="7014533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25" name="Picture Placeholder 100">
            <a:extLst>
              <a:ext uri="{FF2B5EF4-FFF2-40B4-BE49-F238E27FC236}">
                <a16:creationId xmlns:a16="http://schemas.microsoft.com/office/drawing/2014/main" id="{5CC1DE0C-B8F6-20BF-CA38-8F50522B3E55}"/>
              </a:ext>
            </a:extLst>
          </p:cNvPr>
          <p:cNvSpPr>
            <a:spLocks noGrp="1"/>
          </p:cNvSpPr>
          <p:nvPr>
            <p:ph type="pic" sz="quarter" idx="156" hasCustomPrompt="1"/>
          </p:nvPr>
        </p:nvSpPr>
        <p:spPr>
          <a:xfrm>
            <a:off x="13037143" y="5136856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742095AD-D5A1-0991-3006-48540529A120}"/>
              </a:ext>
            </a:extLst>
          </p:cNvPr>
          <p:cNvSpPr>
            <a:spLocks noGrp="1"/>
          </p:cNvSpPr>
          <p:nvPr>
            <p:ph type="body" sz="quarter" idx="157"/>
          </p:nvPr>
        </p:nvSpPr>
        <p:spPr>
          <a:xfrm>
            <a:off x="10821344" y="5135807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8">
            <a:extLst>
              <a:ext uri="{FF2B5EF4-FFF2-40B4-BE49-F238E27FC236}">
                <a16:creationId xmlns:a16="http://schemas.microsoft.com/office/drawing/2014/main" id="{9C1CA003-288E-736E-3328-2AABD1FC37A0}"/>
              </a:ext>
            </a:extLst>
          </p:cNvPr>
          <p:cNvSpPr>
            <a:spLocks noGrp="1"/>
          </p:cNvSpPr>
          <p:nvPr>
            <p:ph type="body" sz="quarter" idx="158" hasCustomPrompt="1"/>
          </p:nvPr>
        </p:nvSpPr>
        <p:spPr>
          <a:xfrm>
            <a:off x="10815310" y="5131922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21671601-BEB9-1437-BB6A-D523C4FBF547}"/>
              </a:ext>
            </a:extLst>
          </p:cNvPr>
          <p:cNvSpPr>
            <a:spLocks noGrp="1"/>
          </p:cNvSpPr>
          <p:nvPr>
            <p:ph type="body" sz="quarter" idx="159" hasCustomPrompt="1"/>
          </p:nvPr>
        </p:nvSpPr>
        <p:spPr>
          <a:xfrm>
            <a:off x="10815310" y="5575184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  <p:sp>
        <p:nvSpPr>
          <p:cNvPr id="29" name="Picture Placeholder 100">
            <a:extLst>
              <a:ext uri="{FF2B5EF4-FFF2-40B4-BE49-F238E27FC236}">
                <a16:creationId xmlns:a16="http://schemas.microsoft.com/office/drawing/2014/main" id="{2CA864F4-4CB3-2884-2200-3F1B162F7C01}"/>
              </a:ext>
            </a:extLst>
          </p:cNvPr>
          <p:cNvSpPr>
            <a:spLocks noGrp="1"/>
          </p:cNvSpPr>
          <p:nvPr>
            <p:ph type="pic" sz="quarter" idx="160" hasCustomPrompt="1"/>
          </p:nvPr>
        </p:nvSpPr>
        <p:spPr>
          <a:xfrm>
            <a:off x="13037143" y="6569478"/>
            <a:ext cx="887966" cy="1185062"/>
          </a:xfrm>
          <a:custGeom>
            <a:avLst/>
            <a:gdLst>
              <a:gd name="connsiteX0" fmla="*/ 0 w 554979"/>
              <a:gd name="connsiteY0" fmla="*/ 0 h 731520"/>
              <a:gd name="connsiteX1" fmla="*/ 277490 w 554979"/>
              <a:gd name="connsiteY1" fmla="*/ 0 h 731520"/>
              <a:gd name="connsiteX2" fmla="*/ 549343 w 554979"/>
              <a:gd name="connsiteY2" fmla="*/ 221566 h 731520"/>
              <a:gd name="connsiteX3" fmla="*/ 554979 w 554979"/>
              <a:gd name="connsiteY3" fmla="*/ 277480 h 731520"/>
              <a:gd name="connsiteX4" fmla="*/ 554979 w 554979"/>
              <a:gd name="connsiteY4" fmla="*/ 731520 h 731520"/>
              <a:gd name="connsiteX5" fmla="*/ 0 w 554979"/>
              <a:gd name="connsiteY5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979" h="731520">
                <a:moveTo>
                  <a:pt x="0" y="0"/>
                </a:moveTo>
                <a:lnTo>
                  <a:pt x="277490" y="0"/>
                </a:lnTo>
                <a:cubicBezTo>
                  <a:pt x="411587" y="0"/>
                  <a:pt x="523468" y="95119"/>
                  <a:pt x="549343" y="221566"/>
                </a:cubicBezTo>
                <a:lnTo>
                  <a:pt x="554979" y="277480"/>
                </a:lnTo>
                <a:lnTo>
                  <a:pt x="554979" y="731520"/>
                </a:lnTo>
                <a:lnTo>
                  <a:pt x="0" y="73152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6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24992D17-B05F-9EA7-673B-C88329303C60}"/>
              </a:ext>
            </a:extLst>
          </p:cNvPr>
          <p:cNvSpPr>
            <a:spLocks noGrp="1"/>
          </p:cNvSpPr>
          <p:nvPr>
            <p:ph type="body" sz="quarter" idx="161"/>
          </p:nvPr>
        </p:nvSpPr>
        <p:spPr>
          <a:xfrm>
            <a:off x="10821344" y="6568429"/>
            <a:ext cx="2215800" cy="119283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6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28">
            <a:extLst>
              <a:ext uri="{FF2B5EF4-FFF2-40B4-BE49-F238E27FC236}">
                <a16:creationId xmlns:a16="http://schemas.microsoft.com/office/drawing/2014/main" id="{FDFE51D8-0C53-5557-B4F7-E030CA9940E5}"/>
              </a:ext>
            </a:extLst>
          </p:cNvPr>
          <p:cNvSpPr>
            <a:spLocks noGrp="1"/>
          </p:cNvSpPr>
          <p:nvPr>
            <p:ph type="body" sz="quarter" idx="162" hasCustomPrompt="1"/>
          </p:nvPr>
        </p:nvSpPr>
        <p:spPr>
          <a:xfrm>
            <a:off x="10815310" y="6564544"/>
            <a:ext cx="2215799" cy="433547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680" b="1">
                <a:latin typeface="+mj-lt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7" name="Text Placeholder 28">
            <a:extLst>
              <a:ext uri="{FF2B5EF4-FFF2-40B4-BE49-F238E27FC236}">
                <a16:creationId xmlns:a16="http://schemas.microsoft.com/office/drawing/2014/main" id="{5E100E31-6DC2-EE24-F2D6-5E447118913E}"/>
              </a:ext>
            </a:extLst>
          </p:cNvPr>
          <p:cNvSpPr>
            <a:spLocks noGrp="1"/>
          </p:cNvSpPr>
          <p:nvPr>
            <p:ph type="body" sz="quarter" idx="163" hasCustomPrompt="1"/>
          </p:nvPr>
        </p:nvSpPr>
        <p:spPr>
          <a:xfrm>
            <a:off x="10815310" y="7007808"/>
            <a:ext cx="2215799" cy="753461"/>
          </a:xfrm>
        </p:spPr>
        <p:txBody>
          <a:bodyPr wrap="square" lIns="91440" rIns="91440">
            <a:noAutofit/>
          </a:bodyPr>
          <a:lstStyle>
            <a:lvl1pPr marL="0" indent="0" algn="r">
              <a:buNone/>
              <a:defRPr sz="1200" b="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548605" indent="0">
              <a:buNone/>
              <a:defRPr/>
            </a:lvl2pPr>
            <a:lvl3pPr marL="1097208" indent="0">
              <a:buNone/>
              <a:defRPr/>
            </a:lvl3pPr>
            <a:lvl4pPr marL="1645813" indent="0">
              <a:buNone/>
              <a:defRPr/>
            </a:lvl4pPr>
            <a:lvl5pPr marL="2194417" indent="0">
              <a:buNone/>
              <a:defRPr/>
            </a:lvl5pPr>
          </a:lstStyle>
          <a:p>
            <a:pPr lvl="0"/>
            <a:r>
              <a:rPr lang="en-US"/>
              <a:t>TITLE, DEPARTMENT</a:t>
            </a:r>
          </a:p>
        </p:txBody>
      </p:sp>
    </p:spTree>
    <p:extLst>
      <p:ext uri="{BB962C8B-B14F-4D97-AF65-F5344CB8AC3E}">
        <p14:creationId xmlns:p14="http://schemas.microsoft.com/office/powerpoint/2010/main" val="117026892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>
            <a:extLst>
              <a:ext uri="{FF2B5EF4-FFF2-40B4-BE49-F238E27FC236}">
                <a16:creationId xmlns:a16="http://schemas.microsoft.com/office/drawing/2014/main" id="{8A17A045-DDB7-3528-7FFE-A313D961DD16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44575" y="483515"/>
            <a:ext cx="394336" cy="2638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884A303-BAE7-6CF0-21B8-CECBF412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90960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 userDrawn="1"/>
        </p:nvSpPr>
        <p:spPr>
          <a:xfrm>
            <a:off x="0" y="1"/>
            <a:ext cx="14630400" cy="72310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318635"/>
            <a:ext cx="6367654" cy="1276438"/>
          </a:xfrm>
        </p:spPr>
        <p:txBody>
          <a:bodyPr lIns="91440">
            <a:noAutofit/>
          </a:bodyPr>
          <a:lstStyle>
            <a:lvl1pPr algn="l" defTabSz="1462922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2955783"/>
            <a:ext cx="6367654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FC2DEB-364A-EE6C-72DF-CE384CB66340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2822638" y="1"/>
            <a:ext cx="1807765" cy="72310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69E88A-9E9D-E35E-E6CC-F7875252DEEC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 rot="10800000">
            <a:off x="11014873" y="1"/>
            <a:ext cx="1807765" cy="7231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795131-BF90-2397-9BE8-86AE42617B2B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9224692" y="1"/>
            <a:ext cx="1807765" cy="7231061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3934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478913"/>
            <a:ext cx="13262848" cy="1276438"/>
          </a:xfrm>
        </p:spPr>
        <p:txBody>
          <a:bodyPr lIns="91440">
            <a:noAutofit/>
          </a:bodyPr>
          <a:lstStyle>
            <a:lvl1pPr algn="l" defTabSz="1462922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1755350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5865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264976"/>
            <a:ext cx="13262848" cy="1276438"/>
          </a:xfrm>
        </p:spPr>
        <p:txBody>
          <a:bodyPr lIns="91440">
            <a:noAutofit/>
          </a:bodyPr>
          <a:lstStyle>
            <a:lvl1pPr algn="r" defTabSz="1462922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0265" y="2541415"/>
            <a:ext cx="10476358" cy="910340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0098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311" y="5514051"/>
            <a:ext cx="13262848" cy="1276438"/>
          </a:xfrm>
        </p:spPr>
        <p:txBody>
          <a:bodyPr lIns="91440">
            <a:noAutofit/>
          </a:bodyPr>
          <a:lstStyle>
            <a:lvl1pPr algn="l" defTabSz="1462922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1" y="6790490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0488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4" y="-1"/>
            <a:ext cx="5376485" cy="2936728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274298" algn="l" defTabSz="146292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tx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6"/>
          </a:solidFill>
        </p:spPr>
        <p:txBody>
          <a:bodyPr/>
          <a:lstStyle>
            <a:lvl1pPr marL="274298" indent="0" algn="l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1381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4" y="-1"/>
            <a:ext cx="5376485" cy="2936728"/>
          </a:xfrm>
          <a:solidFill>
            <a:schemeClr val="tx2"/>
          </a:solidFill>
        </p:spPr>
        <p:txBody>
          <a:bodyPr lIns="91440">
            <a:noAutofit/>
          </a:bodyPr>
          <a:lstStyle>
            <a:lvl1pPr marL="274298" algn="l" defTabSz="146292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tx2"/>
          </a:solidFill>
        </p:spPr>
        <p:txBody>
          <a:bodyPr/>
          <a:lstStyle>
            <a:lvl1pPr marL="274298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5864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1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3"/>
            <a:ext cx="5580062" cy="2050895"/>
          </a:xfrm>
        </p:spPr>
        <p:txBody>
          <a:bodyPr>
            <a:noAutofit/>
          </a:bodyPr>
          <a:lstStyle>
            <a:lvl1pPr algn="l" defTabSz="146292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3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5157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1"/>
            <a:ext cx="14630400" cy="72310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547101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3"/>
            <a:ext cx="5580062" cy="2050895"/>
          </a:xfrm>
        </p:spPr>
        <p:txBody>
          <a:bodyPr>
            <a:noAutofit/>
          </a:bodyPr>
          <a:lstStyle>
            <a:lvl1pPr algn="l" defTabSz="146292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3"/>
            <a:ext cx="1768351" cy="454588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2154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751516" y="2600326"/>
            <a:ext cx="8375616" cy="311347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339698" indent="0">
              <a:lnSpc>
                <a:spcPct val="150000"/>
              </a:lnSpc>
              <a:buNone/>
              <a:defRPr sz="2000"/>
            </a:lvl2pPr>
            <a:lvl3pPr marL="688920" indent="0">
              <a:lnSpc>
                <a:spcPct val="150000"/>
              </a:lnSpc>
              <a:buNone/>
              <a:defRPr sz="2000"/>
            </a:lvl3pPr>
            <a:lvl4pPr marL="976234" indent="0">
              <a:lnSpc>
                <a:spcPct val="150000"/>
              </a:lnSpc>
              <a:buNone/>
              <a:defRPr sz="2000"/>
            </a:lvl4pPr>
            <a:lvl5pPr marL="1314344" indent="0">
              <a:lnSpc>
                <a:spcPct val="15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97514" y="1943102"/>
            <a:ext cx="0" cy="4874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1518" y="5819687"/>
            <a:ext cx="459263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51518" y="6158867"/>
            <a:ext cx="4592639" cy="74722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698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2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234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344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7515" y="801453"/>
            <a:ext cx="8629618" cy="606582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515" y="1943102"/>
            <a:ext cx="420678" cy="42067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6114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2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2" y="2074470"/>
            <a:ext cx="8604349" cy="473788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698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2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234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344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8560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3" y="5699766"/>
            <a:ext cx="4014988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3" y="6038949"/>
            <a:ext cx="4014988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698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2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234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344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2" y="1417246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2" y="1417246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4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2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40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00486" y="2340352"/>
            <a:ext cx="11626676" cy="503524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500486" y="2886393"/>
            <a:ext cx="11626676" cy="1366630"/>
          </a:xfrm>
        </p:spPr>
        <p:txBody>
          <a:bodyPr>
            <a:noAutofit/>
          </a:bodyPr>
          <a:lstStyle>
            <a:lvl1pPr marL="285726" indent="-285726">
              <a:buFont typeface="Arial" panose="020B0604020202020204" pitchFamily="34" charset="0"/>
              <a:buChar char="•"/>
              <a:defRPr sz="1600"/>
            </a:lvl1pPr>
            <a:lvl2pPr marL="339698" indent="0">
              <a:buNone/>
              <a:defRPr sz="1600"/>
            </a:lvl2pPr>
            <a:lvl3pPr marL="688920" indent="0">
              <a:buNone/>
              <a:defRPr sz="1600"/>
            </a:lvl3pPr>
            <a:lvl4pPr marL="976234" indent="0">
              <a:buNone/>
              <a:defRPr sz="1600"/>
            </a:lvl4pPr>
            <a:lvl5pPr marL="1314344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40" y="2432751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0486" y="4596724"/>
            <a:ext cx="11626676" cy="503524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00486" y="5142765"/>
            <a:ext cx="11626676" cy="1366630"/>
          </a:xfrm>
        </p:spPr>
        <p:txBody>
          <a:bodyPr>
            <a:noAutofit/>
          </a:bodyPr>
          <a:lstStyle>
            <a:lvl1pPr marL="285726" indent="-285726">
              <a:buFont typeface="Arial" panose="020B0604020202020204" pitchFamily="34" charset="0"/>
              <a:buChar char="•"/>
              <a:defRPr sz="1600"/>
            </a:lvl1pPr>
            <a:lvl2pPr marL="339698" indent="0">
              <a:buNone/>
              <a:defRPr sz="1600"/>
            </a:lvl2pPr>
            <a:lvl3pPr marL="688920" indent="0">
              <a:buNone/>
              <a:defRPr sz="1600"/>
            </a:lvl3pPr>
            <a:lvl4pPr marL="976234" indent="0">
              <a:buNone/>
              <a:defRPr sz="1600"/>
            </a:lvl4pPr>
            <a:lvl5pPr marL="1314344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3240" y="4689123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6230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40" y="616689"/>
            <a:ext cx="4302678" cy="729227"/>
          </a:xfrm>
        </p:spPr>
        <p:txBody>
          <a:bodyPr lIns="9144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237" y="1597027"/>
            <a:ext cx="3060250" cy="1348193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339698" indent="0">
              <a:buNone/>
              <a:defRPr sz="2800"/>
            </a:lvl2pPr>
            <a:lvl3pPr marL="688920" indent="0">
              <a:buNone/>
              <a:defRPr sz="2800"/>
            </a:lvl3pPr>
            <a:lvl4pPr marL="976234" indent="0">
              <a:buNone/>
              <a:defRPr sz="2800"/>
            </a:lvl4pPr>
            <a:lvl5pPr marL="1314344" indent="0">
              <a:buNone/>
              <a:defRPr sz="280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03233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0853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20853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8404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166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166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459081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669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669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934111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51729" y="5917437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51729" y="6222239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3233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20853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20853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8404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166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0166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59081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669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7669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934111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51729" y="4318132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51729" y="462293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84049" y="2567105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01669" y="272382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01669" y="302862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459081" y="2567105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76699" y="2723823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76699" y="3028623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660761" y="919031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78379" y="1075749"/>
            <a:ext cx="1842634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78379" y="1380551"/>
            <a:ext cx="1842634" cy="587830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3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7790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/Closing Slide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4AAEE0-7563-43D8-2EA6-0EF66AD33038}"/>
              </a:ext>
            </a:extLst>
          </p:cNvPr>
          <p:cNvSpPr/>
          <p:nvPr userDrawn="1"/>
        </p:nvSpPr>
        <p:spPr>
          <a:xfrm>
            <a:off x="0" y="0"/>
            <a:ext cx="14630400" cy="72310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7" name="Picture 6" descr="A green and white squares&#10;&#10;Description automatically generated">
            <a:extLst>
              <a:ext uri="{FF2B5EF4-FFF2-40B4-BE49-F238E27FC236}">
                <a16:creationId xmlns:a16="http://schemas.microsoft.com/office/drawing/2014/main" id="{F20F85B9-FEB9-E836-6DAC-242661FDEE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15254" y="0"/>
            <a:ext cx="5415146" cy="723015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8D37EB2-5223-EE12-23A2-A024E2AF6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7" y="1318635"/>
            <a:ext cx="6367654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72A97E-78EF-DAED-456A-D9CCEC8F65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2955782"/>
            <a:ext cx="6367654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E904E0F-9C02-56BE-7DF9-ADE6E1C29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3212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-brande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F5FC2D6-258E-2A4C-99EE-17BDF6F362B5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6D24F-3F63-5BDF-85A3-4AE929F754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168" y="2275119"/>
            <a:ext cx="14630380" cy="3670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D9FEA5-9836-9524-A302-D1D4F2E9659B}"/>
              </a:ext>
            </a:extLst>
          </p:cNvPr>
          <p:cNvSpPr txBox="1"/>
          <p:nvPr userDrawn="1"/>
        </p:nvSpPr>
        <p:spPr>
          <a:xfrm>
            <a:off x="7315201" y="6302865"/>
            <a:ext cx="73152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NI is now part of Emerson.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0ED1-DB5B-ABCC-5F7C-40C47AA2A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55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-brand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6CF378-F0E6-5034-6CF6-ECC88E4B67B9}"/>
              </a:ext>
            </a:extLst>
          </p:cNvPr>
          <p:cNvSpPr/>
          <p:nvPr userDrawn="1"/>
        </p:nvSpPr>
        <p:spPr bwMode="auto">
          <a:xfrm>
            <a:off x="-18169" y="0"/>
            <a:ext cx="14630380" cy="8229600"/>
          </a:xfrm>
          <a:prstGeom prst="rect">
            <a:avLst/>
          </a:pr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DEE70-751A-F683-49D1-3563D21315EA}"/>
              </a:ext>
            </a:extLst>
          </p:cNvPr>
          <p:cNvSpPr txBox="1"/>
          <p:nvPr userDrawn="1"/>
        </p:nvSpPr>
        <p:spPr>
          <a:xfrm>
            <a:off x="7315201" y="6302865"/>
            <a:ext cx="731521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NI is now part of Emerson.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24624E-DE7B-5966-1304-9A8148C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5A4D87-FB75-092D-ED6F-D87BA620E8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8168" y="2275119"/>
            <a:ext cx="14630380" cy="367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3697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 Slide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7D8389FB-13B4-51E4-68AC-2618D55E87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5AD002E-415A-4D73-8091-8E41D1B56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6" y="478913"/>
            <a:ext cx="13262847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4D33A2EE-036C-4D53-9010-79F2A3C10D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777" y="1755350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BBD498-4442-3D68-BD18-43021A6AE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2337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 Slide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6109AA-81FE-80E6-6C85-1F72793C92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091D9-52CD-819A-F895-888D725CA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776" y="1264976"/>
            <a:ext cx="13262847" cy="1276437"/>
          </a:xfrm>
        </p:spPr>
        <p:txBody>
          <a:bodyPr lIns="91440">
            <a:noAutofit/>
          </a:bodyPr>
          <a:lstStyle>
            <a:lvl1pPr algn="r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C7229B2-0302-B532-FD04-8FDFC0A413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70265" y="2541413"/>
            <a:ext cx="10476358" cy="910340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2A0D3D-A1F5-DABF-B4AB-4474F4C1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4239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 Slide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0312917-9934-6C7B-5619-62A836D991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5B72D-6C37-27C8-02F6-B0767A64B3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310" y="5514051"/>
            <a:ext cx="13262847" cy="1276437"/>
          </a:xfrm>
        </p:spPr>
        <p:txBody>
          <a:bodyPr lIns="91440">
            <a:noAutofit/>
          </a:bodyPr>
          <a:lstStyle>
            <a:lvl1pPr algn="l" defTabSz="1463040" rtl="0" eaLnBrk="1" latinLnBrk="0" hangingPunct="1"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4543A546-CE7C-20CC-1A94-72E4A8856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1" y="6790488"/>
            <a:ext cx="10476358" cy="91034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6239AE-FAA0-15DC-6C9A-2B55F4C0F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9185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3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3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1164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 Slide Dark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2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2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CE65F22-62CF-DAFA-08EF-029837C0F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9483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 Slide Bright Gree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9BFF5F3-AA63-4E90-A5C2-2DF5193537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146304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59213-4973-B145-E517-EB9FCAD7B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2632" y="-1"/>
            <a:ext cx="5376485" cy="2936727"/>
          </a:xfrm>
          <a:solidFill>
            <a:schemeClr val="accent6"/>
          </a:solidFill>
        </p:spPr>
        <p:txBody>
          <a:bodyPr lIns="91440">
            <a:noAutofit/>
          </a:bodyPr>
          <a:lstStyle>
            <a:lvl1pPr marL="274320" algn="l" defTabSz="14630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6428E205-3797-1272-896A-7E47BDDF21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42633" y="2936726"/>
            <a:ext cx="5376484" cy="5292874"/>
          </a:xfrm>
          <a:solidFill>
            <a:schemeClr val="accent6"/>
          </a:solidFill>
        </p:spPr>
        <p:txBody>
          <a:bodyPr/>
          <a:lstStyle>
            <a:lvl1pPr marL="27432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8F619E-F524-0D27-7E20-76C08FB9B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8733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7344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reaker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4630400" cy="723105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kern="1200" cap="none" baseline="0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B786E8-C0D1-6610-0652-288C064910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3C98B94-5C52-E620-69BA-360353B19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D28D5-A065-9D4B-08E3-E8427328E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4193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reaker_Bl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4630400" cy="723106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547100" y="3698758"/>
            <a:ext cx="608330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7100" y="1530220"/>
            <a:ext cx="5580062" cy="2050895"/>
          </a:xfrm>
        </p:spPr>
        <p:txBody>
          <a:bodyPr>
            <a:noAutofit/>
          </a:bodyPr>
          <a:lstStyle>
            <a:lvl1pPr algn="l" defTabSz="146304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00" b="0" i="0" kern="1200" cap="none" baseline="0" dirty="0">
                <a:solidFill>
                  <a:schemeClr val="bg1"/>
                </a:solidFill>
                <a:latin typeface="+mj-lt"/>
                <a:ea typeface="Times" pitchFamily="2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12F83A-DB6F-F511-2661-4228658F73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BD5C8983-9837-9124-4B5B-8C9E6E1E35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47100" y="3956962"/>
            <a:ext cx="5580062" cy="91034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ea typeface="Noto Sans Medium" panose="020B06020405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Subtitle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57B30E0-B710-C5EF-4F55-0FD6FC853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2191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/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9CB7604-41D7-C52B-91F1-8825BBA54CC8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7C2C21-21DC-C1D3-2FC5-B4D312E2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3238" y="2036829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1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D67C484B-16A7-DDBF-14F2-86FF1A2843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3238" y="2909795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2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7991BED-ABDA-00E6-FA19-59ECC9513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237" y="3782761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3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9D5586-12D0-0617-0E83-18566F5F3D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237" y="4655727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4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F0DDFD5-43B7-F702-6963-ED560A9829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3237" y="5528693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5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0CEF86B-120C-0941-9E60-043E44E676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3237" y="6401657"/>
            <a:ext cx="2488018" cy="509587"/>
          </a:xfrm>
        </p:spPr>
        <p:txBody>
          <a:bodyPr/>
          <a:lstStyle>
            <a:lvl1pPr marL="0" indent="0" algn="r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Group 6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026C21-57F3-D6D8-15BF-C37F4D4FE5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94493" y="2036829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6A126D3-BDF5-3AEE-1652-826946CF5D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94493" y="2909795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BFF508D-A562-2556-E822-0712912C76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492" y="3782761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9A7B486F-B636-3264-024E-F220C2E86F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4492" y="4655727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A85B539F-6478-15FE-15B6-DF8BF61104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4492" y="5528693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8F8F0E5-9313-5F1C-EA96-805FDEBFAA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94492" y="6401657"/>
            <a:ext cx="10632670" cy="509587"/>
          </a:xfrm>
        </p:spPr>
        <p:txBody>
          <a:bodyPr/>
          <a:lstStyle>
            <a:lvl1pPr marL="0" indent="0" algn="l">
              <a:buNone/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6C1EBB-5DA5-BF02-BDC5-AA34C3503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7704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l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1145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lain 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13623926" cy="4213507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13623924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4C05A-3048-8787-2847-1F300FCF8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6213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-block 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1A7477AD-DFD3-6E09-ADB5-2626AFF82BB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2652903"/>
            <a:ext cx="6666189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25" indent="0">
              <a:buNone/>
              <a:defRPr sz="1800"/>
            </a:lvl2pPr>
            <a:lvl3pPr marL="688975" indent="0">
              <a:buNone/>
              <a:defRPr sz="1800"/>
            </a:lvl3pPr>
            <a:lvl4pPr marL="976312" indent="0">
              <a:buNone/>
              <a:defRPr sz="1800"/>
            </a:lvl4pPr>
            <a:lvl5pPr marL="131445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E0690B-A650-10E2-4533-EBACCFF1E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960631"/>
            <a:ext cx="6666188" cy="5969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FC8DC0-6478-538D-D5BB-1C7A5196457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0973" y="2652903"/>
            <a:ext cx="6666189" cy="4213507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339725" indent="0">
              <a:buNone/>
              <a:defRPr sz="1800"/>
            </a:lvl2pPr>
            <a:lvl3pPr marL="688975" indent="0">
              <a:buNone/>
              <a:defRPr sz="1800"/>
            </a:lvl3pPr>
            <a:lvl4pPr marL="976312" indent="0">
              <a:buNone/>
              <a:defRPr sz="1800"/>
            </a:lvl4pPr>
            <a:lvl5pPr marL="131445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82A5401-52A2-8570-1E7F-12F6CAFEBE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0974" y="1960631"/>
            <a:ext cx="6666188" cy="5969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B23157-C7C5-A8CF-164C-6F71BC03A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4810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ingle Block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68898" y="801451"/>
            <a:ext cx="8958263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8899" y="2145118"/>
            <a:ext cx="8958263" cy="5170082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FA95EFE-A82E-97DE-9182-57C867C5A4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74F657-CE88-2203-5F5D-65C0CCA67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2386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0" y="2305437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8" y="0"/>
            <a:ext cx="33782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8" y="2502858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6640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ingle Block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633640" y="1127200"/>
            <a:ext cx="5486400" cy="101791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3640" y="2305437"/>
            <a:ext cx="5567953" cy="4436069"/>
          </a:xfrm>
        </p:spPr>
        <p:txBody>
          <a:bodyPr>
            <a:noAutofit/>
          </a:bodyPr>
          <a:lstStyle>
            <a:lvl1pPr marL="0" indent="0">
              <a:buNone/>
              <a:defRPr sz="1700"/>
            </a:lvl1pPr>
            <a:lvl2pPr marL="339725" indent="0">
              <a:buNone/>
              <a:defRPr sz="1700"/>
            </a:lvl2pPr>
            <a:lvl3pPr marL="688975" indent="0">
              <a:buNone/>
              <a:defRPr sz="1700"/>
            </a:lvl3pPr>
            <a:lvl4pPr marL="976312" indent="0">
              <a:buNone/>
              <a:defRPr sz="1700"/>
            </a:lvl4pPr>
            <a:lvl5pPr marL="1314450" indent="0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F5E3664-151B-7A7F-4F7C-2A507E6478C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898" y="0"/>
            <a:ext cx="33782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EC826-D1F7-EA99-352F-49B6565DAE2C}"/>
              </a:ext>
            </a:extLst>
          </p:cNvPr>
          <p:cNvSpPr/>
          <p:nvPr userDrawn="1"/>
        </p:nvSpPr>
        <p:spPr>
          <a:xfrm>
            <a:off x="0" y="0"/>
            <a:ext cx="4914898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0F2A52D-6982-1DF0-3FA0-210C5B9B8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588" y="2502858"/>
            <a:ext cx="3540125" cy="2179637"/>
          </a:xfrm>
        </p:spPr>
        <p:txBody>
          <a:bodyPr/>
          <a:lstStyle>
            <a:lvl1pPr marL="0" indent="0">
              <a:buNone/>
              <a:defRPr sz="3000">
                <a:solidFill>
                  <a:schemeClr val="bg1"/>
                </a:solidFill>
                <a:latin typeface="+mj-lt"/>
              </a:defRPr>
            </a:lvl1pPr>
            <a:lvl2pPr>
              <a:defRPr sz="4000">
                <a:solidFill>
                  <a:schemeClr val="bg1"/>
                </a:solidFill>
                <a:latin typeface="+mj-lt"/>
              </a:defRPr>
            </a:lvl2pPr>
            <a:lvl3pPr>
              <a:defRPr sz="4000">
                <a:solidFill>
                  <a:schemeClr val="bg1"/>
                </a:solidFill>
                <a:latin typeface="+mj-lt"/>
              </a:defRPr>
            </a:lvl3pPr>
            <a:lvl4pPr>
              <a:defRPr sz="4000">
                <a:solidFill>
                  <a:schemeClr val="bg1"/>
                </a:solidFill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6F681F-0D2D-8334-C08A-5E22FD0B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174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lain 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7" y="1960631"/>
            <a:ext cx="13623926" cy="524769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15D3A71-7794-FE21-D1CE-74B73F643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3991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0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5" y="2298700"/>
            <a:ext cx="636919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3230815"/>
            <a:ext cx="5908489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1097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8306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0" y="2298700"/>
            <a:ext cx="5908487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7740505" y="2298700"/>
            <a:ext cx="636919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3230815"/>
            <a:ext cx="5908489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3230815"/>
            <a:ext cx="6369192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0603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2 Column With Subhead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0" y="2298701"/>
            <a:ext cx="5908489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7740505" y="2298701"/>
            <a:ext cx="6369192" cy="40005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1842E2-D7BE-65D5-63F4-9548CA8AE0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731520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829-7BA5-3C6D-763D-59772F850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9344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3 Column With Subhea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886011" y="2298700"/>
            <a:ext cx="377149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5425146" y="2298700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886011" y="3230815"/>
            <a:ext cx="3771490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16"/>
          <p:cNvSpPr>
            <a:spLocks noGrp="1"/>
          </p:cNvSpPr>
          <p:nvPr>
            <p:ph sz="quarter" idx="18"/>
          </p:nvPr>
        </p:nvSpPr>
        <p:spPr>
          <a:xfrm>
            <a:off x="5425146" y="3230815"/>
            <a:ext cx="3771487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2186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BB201C-481A-0938-9DB5-D0C110A33E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1323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429DB8-28BE-3F8C-CCED-A9CFC8697C8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585120" y="2298700"/>
            <a:ext cx="0" cy="4000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F7AAA09-1185-7F6B-0EB9-01E5747EB0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2300767"/>
            <a:ext cx="3771491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14F11C7-C221-F797-F5B3-84BD44C358B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230814"/>
            <a:ext cx="3771487" cy="306838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B3B5F0-7DA3-0644-2322-57C95423A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9343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Quote w/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751516" y="2600325"/>
            <a:ext cx="8375616" cy="311347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339725" indent="0">
              <a:lnSpc>
                <a:spcPct val="150000"/>
              </a:lnSpc>
              <a:buNone/>
              <a:defRPr sz="2000"/>
            </a:lvl2pPr>
            <a:lvl3pPr marL="688975" indent="0">
              <a:lnSpc>
                <a:spcPct val="150000"/>
              </a:lnSpc>
              <a:buNone/>
              <a:defRPr sz="2000"/>
            </a:lvl3pPr>
            <a:lvl4pPr marL="976312" indent="0">
              <a:lnSpc>
                <a:spcPct val="150000"/>
              </a:lnSpc>
              <a:buNone/>
              <a:defRPr sz="2000"/>
            </a:lvl4pPr>
            <a:lvl5pPr marL="1314450" indent="0">
              <a:lnSpc>
                <a:spcPct val="150000"/>
              </a:lnSpc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497514" y="1943100"/>
            <a:ext cx="0" cy="4874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51515" y="5819685"/>
            <a:ext cx="4592639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751515" y="6158867"/>
            <a:ext cx="4592639" cy="74722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7515" y="801451"/>
            <a:ext cx="8629618" cy="606582"/>
          </a:xfrm>
        </p:spPr>
        <p:txBody>
          <a:bodyPr>
            <a:noAutofit/>
          </a:bodyPr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794A3B-B179-A62D-2C7D-5B5E0E5D6B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" y="0"/>
            <a:ext cx="4914901" cy="82296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1515" y="1943100"/>
            <a:ext cx="420678" cy="420678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DF60FBE-1FA4-1819-4C58-4B5855D89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1539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0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0" y="2074470"/>
            <a:ext cx="8604349" cy="4737885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72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7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3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45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8559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2" y="5699765"/>
            <a:ext cx="4014988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2" y="6038947"/>
            <a:ext cx="4014988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0" y="1417244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0" y="1417245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81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0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0033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0" y="2074470"/>
            <a:ext cx="8604349" cy="4737885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72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7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3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45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0" y="1417244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74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Quote w/headsho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94836B-C64F-B87F-049E-8D959535578D}"/>
              </a:ext>
            </a:extLst>
          </p:cNvPr>
          <p:cNvSpPr/>
          <p:nvPr userDrawn="1"/>
        </p:nvSpPr>
        <p:spPr>
          <a:xfrm>
            <a:off x="0" y="0"/>
            <a:ext cx="14630400" cy="72310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/>
          </p:nvPr>
        </p:nvSpPr>
        <p:spPr>
          <a:xfrm>
            <a:off x="5441430" y="2074470"/>
            <a:ext cx="8604349" cy="4737885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33972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2pPr>
            <a:lvl3pPr marL="688975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3pPr>
            <a:lvl4pPr marL="976312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4pPr>
            <a:lvl5pPr marL="1314450" indent="0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D8B0D8F-E258-44DF-0899-A537C3490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48559" y="891390"/>
            <a:ext cx="0" cy="59260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D9C47752-FC8E-7273-4E3D-C0E64C8D61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702" y="5699765"/>
            <a:ext cx="4014988" cy="365011"/>
          </a:xfrm>
        </p:spPr>
        <p:txBody>
          <a:bodyPr anchor="b">
            <a:noAutofit/>
          </a:bodyPr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16">
            <a:extLst>
              <a:ext uri="{FF2B5EF4-FFF2-40B4-BE49-F238E27FC236}">
                <a16:creationId xmlns:a16="http://schemas.microsoft.com/office/drawing/2014/main" id="{807962F9-1629-7C38-601F-666AEEED64C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702" y="6038947"/>
            <a:ext cx="4014988" cy="77854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33972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688975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976312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1314450" indent="0" algn="l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216B4B-E4E8-23D5-7E23-FB5B3CAB8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00" y="1417244"/>
            <a:ext cx="4014983" cy="2809981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pic>
        <p:nvPicPr>
          <p:cNvPr id="9" name="Picture 8" descr="A green and black half circle&#10;&#10;Description automatically generated">
            <a:extLst>
              <a:ext uri="{FF2B5EF4-FFF2-40B4-BE49-F238E27FC236}">
                <a16:creationId xmlns:a16="http://schemas.microsoft.com/office/drawing/2014/main" id="{039F9885-A89B-EB2E-F0EF-DA862080C5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430" y="1417245"/>
            <a:ext cx="420678" cy="42067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900EC3-FE66-C186-77D4-CB898A392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5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3399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65C798-A51D-F4FC-B144-99DFC2D90B19}"/>
              </a:ext>
            </a:extLst>
          </p:cNvPr>
          <p:cNvSpPr/>
          <p:nvPr userDrawn="1"/>
        </p:nvSpPr>
        <p:spPr bwMode="auto">
          <a:xfrm>
            <a:off x="0" y="11011"/>
            <a:ext cx="14630400" cy="7222603"/>
          </a:xfrm>
          <a:prstGeom prst="rect">
            <a:avLst/>
          </a:prstGeom>
          <a:solidFill>
            <a:srgbClr val="003325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lIns="9144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99A62D2-4FA2-5638-ADF6-566B9B8B0B3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3238" y="1863523"/>
            <a:ext cx="13623924" cy="523175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440C264-907A-2A22-91CB-67E7EF9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3411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shot 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F7C280F-A550-5B4E-3602-72F37960F701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00486" y="2340350"/>
            <a:ext cx="11626676" cy="503523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Content Placeholder 16"/>
          <p:cNvSpPr>
            <a:spLocks noGrp="1"/>
          </p:cNvSpPr>
          <p:nvPr>
            <p:ph sz="quarter" idx="17" hasCustomPrompt="1"/>
          </p:nvPr>
        </p:nvSpPr>
        <p:spPr>
          <a:xfrm>
            <a:off x="2500486" y="2886393"/>
            <a:ext cx="11626676" cy="136663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0BE259-1380-7F27-3E64-533E1C56F5F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3238" y="2432749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6340FD9B-AE60-3404-C819-CD753CD6CA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0486" y="4596722"/>
            <a:ext cx="11626676" cy="503523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6DBD51D-CD95-46A6-B925-503D5128623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500486" y="5142765"/>
            <a:ext cx="11626676" cy="136663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339725" indent="0">
              <a:buNone/>
              <a:defRPr sz="1600"/>
            </a:lvl2pPr>
            <a:lvl3pPr marL="688975" indent="0">
              <a:buNone/>
              <a:defRPr sz="1600"/>
            </a:lvl3pPr>
            <a:lvl4pPr marL="976312" indent="0">
              <a:buNone/>
              <a:defRPr sz="1600"/>
            </a:lvl4pPr>
            <a:lvl5pPr marL="131445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B4D58A6A-B651-A158-704E-ED16D440AEC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3238" y="4689121"/>
            <a:ext cx="1684314" cy="168205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B2B1C0E-D76E-924F-D78D-DA11B6B65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69852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616687"/>
            <a:ext cx="4302678" cy="729227"/>
          </a:xfrm>
        </p:spPr>
        <p:txBody>
          <a:bodyPr lIns="91440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3237" y="1597026"/>
            <a:ext cx="3060250" cy="1348193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339725" indent="0">
              <a:buNone/>
              <a:defRPr sz="2800"/>
            </a:lvl2pPr>
            <a:lvl3pPr marL="688975" indent="0">
              <a:buNone/>
              <a:defRPr sz="2800"/>
            </a:lvl3pPr>
            <a:lvl4pPr marL="976312" indent="0">
              <a:buNone/>
              <a:defRPr sz="2800"/>
            </a:lvl4pPr>
            <a:lvl5pPr marL="1314450" indent="0">
              <a:buNone/>
              <a:defRPr sz="2800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0F6CA80A-BA8C-B7F2-8C4E-F84D62670B2D}"/>
              </a:ext>
            </a:extLst>
          </p:cNvPr>
          <p:cNvSpPr>
            <a:spLocks noGrp="1"/>
          </p:cNvSpPr>
          <p:nvPr userDrawn="1">
            <p:ph type="pic" sz="quarter" idx="20"/>
          </p:nvPr>
        </p:nvSpPr>
        <p:spPr>
          <a:xfrm>
            <a:off x="503233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DC35C0-C611-78A7-EFF1-0330D38B6D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0853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F97933E-A769-4EC3-221C-BD006D40E1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20853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79D9B7D2-2E2B-3273-95B3-EF18CB903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98404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D210B44B-5432-4C48-2886-68C639178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166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FAAB62C-3F7A-FE76-23EB-98DB2C24A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166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1540D4C-2F55-AF9F-EB75-B005081C1B2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45907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F6C9556-BFE5-B01F-9587-486E3743580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669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D38802-657F-81C9-048E-05CB3E058EF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669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F6E8F21C-F64B-5865-6BCD-F80121E8E88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934109" y="5760719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535D82FB-2E4E-4B62-8878-B6A81F0D9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51729" y="5917437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9396F1E-0D7A-C6CC-EFE8-C181FDAFC3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51729" y="6222238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21486-C084-761E-652A-41F8EDD95CD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3233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8DC7B0C1-3855-86C2-0A18-D670191A83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20853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8955BC9D-F392-B268-B8FA-CC8EA43E77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20853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BD558958-69BB-A734-6ACB-32F309A77CF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98404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0B6883B-4B23-05B7-1A9A-829255DBC0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166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82FBF47-1EC2-57D6-A2F5-3CB615404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0166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4F1ECC7-0294-0893-F7B6-4B719C20DB3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45907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FE4742C-62A6-3943-3AB9-E1473AAB7B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7669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1018C43F-F5F3-65A1-AD09-625021BFECD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7669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DCFA9079-BB94-319C-A413-6D8E15EEAD2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934109" y="416141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94925F85-A2AA-F720-3745-5993740905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151729" y="431813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BA19A9E8-6749-F611-3A66-EF24A8AA00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151729" y="462293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4F4355E3-EC8E-5C40-BF7E-21130271D4C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84049" y="256710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899B7C8-075B-A7DA-BC67-2BE408DFE9D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01669" y="272382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4237FA6-A072-9159-A24D-79BBBDF4E0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01669" y="302862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BABB45AB-EF52-4504-652B-34551886BBA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459079" y="2567104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739A6FDB-63BA-5D83-CAF0-EAB99485579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676699" y="2723822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3CC40181-25B6-D371-6EDE-263324525C5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676699" y="3028623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AECC4A25-8EE4-5F71-7039-B9D6B472909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660759" y="919031"/>
            <a:ext cx="1125809" cy="112429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886AF52-6F03-B5B1-ABE1-123DB0094CF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878379" y="1075749"/>
            <a:ext cx="1842633" cy="377372"/>
          </a:xfrm>
        </p:spPr>
        <p:txBody>
          <a:bodyPr>
            <a:noAutofit/>
          </a:bodyPr>
          <a:lstStyle>
            <a:lvl1pPr marL="0" indent="0">
              <a:buNone/>
              <a:defRPr sz="15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63C473C1-8B3A-5C7A-E473-B0F5F267A5D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78379" y="1380550"/>
            <a:ext cx="1842633" cy="587829"/>
          </a:xfrm>
        </p:spPr>
        <p:txBody>
          <a:bodyPr>
            <a:noAutofit/>
          </a:bodyPr>
          <a:lstStyle>
            <a:lvl1pPr marL="0" indent="0">
              <a:buNone/>
              <a:defRPr sz="13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155BC-BDA8-C818-E00A-BE1E32EAF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1858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EEB7A42-5110-13AD-1E86-1C14D8EA0C4A}"/>
              </a:ext>
            </a:extLst>
          </p:cNvPr>
          <p:cNvSpPr/>
          <p:nvPr userDrawn="1"/>
        </p:nvSpPr>
        <p:spPr>
          <a:xfrm>
            <a:off x="9706770" y="1714500"/>
            <a:ext cx="492363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7" y="1872517"/>
            <a:ext cx="8713913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8713913" cy="3831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BB87E08-F5B2-1C85-04B0-1A4D63D6F7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68942" y="1994359"/>
            <a:ext cx="4158220" cy="762000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FCB2DF8-8D4A-D112-A1F9-55A56C739C9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968942" y="3045239"/>
            <a:ext cx="4158220" cy="383105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8C89FE-E5DA-B993-1428-B78D5CC400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968942" y="2900583"/>
            <a:ext cx="415822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135AD9-D450-D550-8CBA-5F0400B4E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9185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withou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9C5C778-F4C0-C7CF-C813-C9C3A87D8E4E}"/>
              </a:ext>
            </a:extLst>
          </p:cNvPr>
          <p:cNvSpPr/>
          <p:nvPr userDrawn="1"/>
        </p:nvSpPr>
        <p:spPr>
          <a:xfrm>
            <a:off x="0" y="1714500"/>
            <a:ext cx="14630400" cy="5516564"/>
          </a:xfrm>
          <a:custGeom>
            <a:avLst/>
            <a:gdLst/>
            <a:ahLst/>
            <a:cxnLst/>
            <a:rect l="l" t="t" r="r" b="b"/>
            <a:pathLst>
              <a:path w="4064000" h="5619115">
                <a:moveTo>
                  <a:pt x="0" y="5618975"/>
                </a:moveTo>
                <a:lnTo>
                  <a:pt x="4063898" y="5618975"/>
                </a:lnTo>
                <a:lnTo>
                  <a:pt x="4063898" y="0"/>
                </a:lnTo>
                <a:lnTo>
                  <a:pt x="0" y="0"/>
                </a:lnTo>
                <a:lnTo>
                  <a:pt x="0" y="5618975"/>
                </a:lnTo>
                <a:close/>
              </a:path>
            </a:pathLst>
          </a:custGeom>
          <a:solidFill>
            <a:srgbClr val="EEE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329565"/>
            <a:ext cx="13623925" cy="10163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Slide Titles Should Use Initial Caps </a:t>
            </a:r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3237" y="1872517"/>
            <a:ext cx="13623925" cy="762000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6"/>
          <p:cNvSpPr>
            <a:spLocks noGrp="1"/>
          </p:cNvSpPr>
          <p:nvPr>
            <p:ph type="chart" sz="quarter" idx="16"/>
          </p:nvPr>
        </p:nvSpPr>
        <p:spPr>
          <a:xfrm>
            <a:off x="503238" y="3045239"/>
            <a:ext cx="13623924" cy="38310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51C850-897C-E949-B6AA-E058B3A7F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571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LAYOUT O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1B9540-768B-ACCF-01EE-CF2685BD13DD}"/>
              </a:ext>
            </a:extLst>
          </p:cNvPr>
          <p:cNvSpPr/>
          <p:nvPr userDrawn="1"/>
        </p:nvSpPr>
        <p:spPr bwMode="auto">
          <a:xfrm>
            <a:off x="0" y="0"/>
            <a:ext cx="14630400" cy="7434470"/>
          </a:xfrm>
          <a:prstGeom prst="rect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541176" y="1081750"/>
            <a:ext cx="135480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Last</a:t>
            </a:r>
            <a:r>
              <a:rPr lang="en-US" sz="7200" baseline="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 Layout </a:t>
            </a:r>
            <a:r>
              <a:rPr lang="en-US" sz="7200">
                <a:solidFill>
                  <a:schemeClr val="bg1"/>
                </a:solidFill>
                <a:latin typeface="+mj-lt"/>
                <a:ea typeface="Noto Sans" panose="020B0502040504020204" pitchFamily="34" charset="0"/>
                <a:cs typeface="Arial" panose="020B0604020202020204" pitchFamily="34" charset="0"/>
              </a:rPr>
              <a:t>of Template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Any slide layouts after this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are from other templates </a:t>
            </a:r>
            <a:b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</a:br>
            <a:r>
              <a:rPr lang="en-US" sz="7200">
                <a:solidFill>
                  <a:schemeClr val="bg1"/>
                </a:solidFill>
                <a:latin typeface="Arial" panose="020B0604020202020204" pitchFamily="34" charset="0"/>
                <a:ea typeface="Noto Sans" panose="020B0502040504020204" pitchFamily="34" charset="0"/>
                <a:cs typeface="Arial" panose="020B0604020202020204" pitchFamily="34" charset="0"/>
              </a:rPr>
              <a:t>and should not be used</a:t>
            </a:r>
            <a:endParaRPr lang="en-US" sz="6600">
              <a:solidFill>
                <a:schemeClr val="bg1"/>
              </a:solidFill>
              <a:latin typeface="Arial" panose="020B0604020202020204" pitchFamily="34" charset="0"/>
              <a:ea typeface="Noto Sans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05314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1 box with left strip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6BD6219-57F7-8446-9CFB-54D62923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6012" y="834271"/>
            <a:ext cx="12650556" cy="709117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90243BB2-13CD-484A-B8E3-12B95AC620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85996" y="2249478"/>
            <a:ext cx="12650068" cy="5589174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17E6C8D9-8AA3-4B4E-BFD6-648DDCA1B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5539" y="367656"/>
            <a:ext cx="12650555" cy="360099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44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31">
            <a:extLst>
              <a:ext uri="{FF2B5EF4-FFF2-40B4-BE49-F238E27FC236}">
                <a16:creationId xmlns:a16="http://schemas.microsoft.com/office/drawing/2014/main" id="{F872888C-4E0A-DB41-9C82-85BD369F08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855" y="1674833"/>
            <a:ext cx="12650556" cy="384721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44726779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8F585-5101-8C47-BBE7-82D71209A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3006" y="834271"/>
            <a:ext cx="13053564" cy="709117"/>
          </a:xfrm>
        </p:spPr>
        <p:txBody>
          <a:bodyPr lIns="0" rIns="0"/>
          <a:lstStyle/>
          <a:p>
            <a:r>
              <a:rPr lang="en-US"/>
              <a:t>Slide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2347679-7AB8-114A-AB6E-C761C8D41B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83005" y="1674834"/>
            <a:ext cx="13053059" cy="6162181"/>
          </a:xfrm>
        </p:spPr>
        <p:txBody>
          <a:bodyPr l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98229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106892"/>
            <a:ext cx="12618720" cy="877824"/>
          </a:xfrm>
        </p:spPr>
        <p:txBody>
          <a:bodyPr/>
          <a:lstStyle>
            <a:lvl1pPr algn="ctr"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1022992"/>
            <a:ext cx="12618719" cy="658368"/>
          </a:xfrm>
        </p:spPr>
        <p:txBody>
          <a:bodyPr anchor="b">
            <a:normAutofit/>
          </a:bodyPr>
          <a:lstStyle>
            <a:lvl1pPr marL="0" indent="0">
              <a:buNone/>
              <a:defRPr sz="336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27" indent="0">
              <a:buNone/>
              <a:defRPr sz="2400" b="1"/>
            </a:lvl2pPr>
            <a:lvl3pPr marL="1097252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2" indent="0">
              <a:buNone/>
              <a:defRPr sz="1920" b="1"/>
            </a:lvl6pPr>
            <a:lvl7pPr marL="3291757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1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1719635"/>
            <a:ext cx="12618719" cy="57308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92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8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8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006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52.xml"/><Relationship Id="rId21" Type="http://schemas.openxmlformats.org/officeDocument/2006/relationships/slideLayout" Target="../slideLayouts/slideLayout56.xml"/><Relationship Id="rId42" Type="http://schemas.openxmlformats.org/officeDocument/2006/relationships/slideLayout" Target="../slideLayouts/slideLayout77.xml"/><Relationship Id="rId63" Type="http://schemas.openxmlformats.org/officeDocument/2006/relationships/slideLayout" Target="../slideLayouts/slideLayout98.xml"/><Relationship Id="rId84" Type="http://schemas.openxmlformats.org/officeDocument/2006/relationships/slideLayout" Target="../slideLayouts/slideLayout119.xml"/><Relationship Id="rId138" Type="http://schemas.openxmlformats.org/officeDocument/2006/relationships/image" Target="../media/image1.png"/><Relationship Id="rId16" Type="http://schemas.openxmlformats.org/officeDocument/2006/relationships/slideLayout" Target="../slideLayouts/slideLayout51.xml"/><Relationship Id="rId107" Type="http://schemas.openxmlformats.org/officeDocument/2006/relationships/slideLayout" Target="../slideLayouts/slideLayout142.xml"/><Relationship Id="rId11" Type="http://schemas.openxmlformats.org/officeDocument/2006/relationships/slideLayout" Target="../slideLayouts/slideLayout46.xml"/><Relationship Id="rId32" Type="http://schemas.openxmlformats.org/officeDocument/2006/relationships/slideLayout" Target="../slideLayouts/slideLayout67.xml"/><Relationship Id="rId37" Type="http://schemas.openxmlformats.org/officeDocument/2006/relationships/slideLayout" Target="../slideLayouts/slideLayout72.xml"/><Relationship Id="rId53" Type="http://schemas.openxmlformats.org/officeDocument/2006/relationships/slideLayout" Target="../slideLayouts/slideLayout88.xml"/><Relationship Id="rId58" Type="http://schemas.openxmlformats.org/officeDocument/2006/relationships/slideLayout" Target="../slideLayouts/slideLayout93.xml"/><Relationship Id="rId74" Type="http://schemas.openxmlformats.org/officeDocument/2006/relationships/slideLayout" Target="../slideLayouts/slideLayout109.xml"/><Relationship Id="rId79" Type="http://schemas.openxmlformats.org/officeDocument/2006/relationships/slideLayout" Target="../slideLayouts/slideLayout114.xml"/><Relationship Id="rId102" Type="http://schemas.openxmlformats.org/officeDocument/2006/relationships/slideLayout" Target="../slideLayouts/slideLayout137.xml"/><Relationship Id="rId123" Type="http://schemas.openxmlformats.org/officeDocument/2006/relationships/slideLayout" Target="../slideLayouts/slideLayout158.xml"/><Relationship Id="rId128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40.xml"/><Relationship Id="rId90" Type="http://schemas.openxmlformats.org/officeDocument/2006/relationships/slideLayout" Target="../slideLayouts/slideLayout125.xml"/><Relationship Id="rId95" Type="http://schemas.openxmlformats.org/officeDocument/2006/relationships/slideLayout" Target="../slideLayouts/slideLayout130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43" Type="http://schemas.openxmlformats.org/officeDocument/2006/relationships/slideLayout" Target="../slideLayouts/slideLayout78.xml"/><Relationship Id="rId48" Type="http://schemas.openxmlformats.org/officeDocument/2006/relationships/slideLayout" Target="../slideLayouts/slideLayout83.xml"/><Relationship Id="rId64" Type="http://schemas.openxmlformats.org/officeDocument/2006/relationships/slideLayout" Target="../slideLayouts/slideLayout99.xml"/><Relationship Id="rId69" Type="http://schemas.openxmlformats.org/officeDocument/2006/relationships/slideLayout" Target="../slideLayouts/slideLayout104.xml"/><Relationship Id="rId113" Type="http://schemas.openxmlformats.org/officeDocument/2006/relationships/slideLayout" Target="../slideLayouts/slideLayout148.xml"/><Relationship Id="rId118" Type="http://schemas.openxmlformats.org/officeDocument/2006/relationships/slideLayout" Target="../slideLayouts/slideLayout153.xml"/><Relationship Id="rId134" Type="http://schemas.openxmlformats.org/officeDocument/2006/relationships/slideLayout" Target="../slideLayouts/slideLayout169.xml"/><Relationship Id="rId80" Type="http://schemas.openxmlformats.org/officeDocument/2006/relationships/slideLayout" Target="../slideLayouts/slideLayout115.xml"/><Relationship Id="rId85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33" Type="http://schemas.openxmlformats.org/officeDocument/2006/relationships/slideLayout" Target="../slideLayouts/slideLayout68.xml"/><Relationship Id="rId38" Type="http://schemas.openxmlformats.org/officeDocument/2006/relationships/slideLayout" Target="../slideLayouts/slideLayout73.xml"/><Relationship Id="rId59" Type="http://schemas.openxmlformats.org/officeDocument/2006/relationships/slideLayout" Target="../slideLayouts/slideLayout94.xml"/><Relationship Id="rId103" Type="http://schemas.openxmlformats.org/officeDocument/2006/relationships/slideLayout" Target="../slideLayouts/slideLayout138.xml"/><Relationship Id="rId108" Type="http://schemas.openxmlformats.org/officeDocument/2006/relationships/slideLayout" Target="../slideLayouts/slideLayout143.xml"/><Relationship Id="rId124" Type="http://schemas.openxmlformats.org/officeDocument/2006/relationships/slideLayout" Target="../slideLayouts/slideLayout159.xml"/><Relationship Id="rId129" Type="http://schemas.openxmlformats.org/officeDocument/2006/relationships/slideLayout" Target="../slideLayouts/slideLayout164.xml"/><Relationship Id="rId54" Type="http://schemas.openxmlformats.org/officeDocument/2006/relationships/slideLayout" Target="../slideLayouts/slideLayout89.xml"/><Relationship Id="rId70" Type="http://schemas.openxmlformats.org/officeDocument/2006/relationships/slideLayout" Target="../slideLayouts/slideLayout105.xml"/><Relationship Id="rId75" Type="http://schemas.openxmlformats.org/officeDocument/2006/relationships/slideLayout" Target="../slideLayouts/slideLayout110.xml"/><Relationship Id="rId91" Type="http://schemas.openxmlformats.org/officeDocument/2006/relationships/slideLayout" Target="../slideLayouts/slideLayout126.xml"/><Relationship Id="rId96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49" Type="http://schemas.openxmlformats.org/officeDocument/2006/relationships/slideLayout" Target="../slideLayouts/slideLayout84.xml"/><Relationship Id="rId114" Type="http://schemas.openxmlformats.org/officeDocument/2006/relationships/slideLayout" Target="../slideLayouts/slideLayout149.xml"/><Relationship Id="rId119" Type="http://schemas.openxmlformats.org/officeDocument/2006/relationships/slideLayout" Target="../slideLayouts/slideLayout154.xml"/><Relationship Id="rId44" Type="http://schemas.openxmlformats.org/officeDocument/2006/relationships/slideLayout" Target="../slideLayouts/slideLayout79.xml"/><Relationship Id="rId60" Type="http://schemas.openxmlformats.org/officeDocument/2006/relationships/slideLayout" Target="../slideLayouts/slideLayout95.xml"/><Relationship Id="rId65" Type="http://schemas.openxmlformats.org/officeDocument/2006/relationships/slideLayout" Target="../slideLayouts/slideLayout100.xml"/><Relationship Id="rId81" Type="http://schemas.openxmlformats.org/officeDocument/2006/relationships/slideLayout" Target="../slideLayouts/slideLayout116.xml"/><Relationship Id="rId86" Type="http://schemas.openxmlformats.org/officeDocument/2006/relationships/slideLayout" Target="../slideLayouts/slideLayout121.xml"/><Relationship Id="rId130" Type="http://schemas.openxmlformats.org/officeDocument/2006/relationships/slideLayout" Target="../slideLayouts/slideLayout165.xml"/><Relationship Id="rId135" Type="http://schemas.openxmlformats.org/officeDocument/2006/relationships/slideLayout" Target="../slideLayouts/slideLayout170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39" Type="http://schemas.openxmlformats.org/officeDocument/2006/relationships/slideLayout" Target="../slideLayouts/slideLayout74.xml"/><Relationship Id="rId109" Type="http://schemas.openxmlformats.org/officeDocument/2006/relationships/slideLayout" Target="../slideLayouts/slideLayout144.xml"/><Relationship Id="rId34" Type="http://schemas.openxmlformats.org/officeDocument/2006/relationships/slideLayout" Target="../slideLayouts/slideLayout69.xml"/><Relationship Id="rId50" Type="http://schemas.openxmlformats.org/officeDocument/2006/relationships/slideLayout" Target="../slideLayouts/slideLayout85.xml"/><Relationship Id="rId55" Type="http://schemas.openxmlformats.org/officeDocument/2006/relationships/slideLayout" Target="../slideLayouts/slideLayout90.xml"/><Relationship Id="rId76" Type="http://schemas.openxmlformats.org/officeDocument/2006/relationships/slideLayout" Target="../slideLayouts/slideLayout111.xml"/><Relationship Id="rId97" Type="http://schemas.openxmlformats.org/officeDocument/2006/relationships/slideLayout" Target="../slideLayouts/slideLayout132.xml"/><Relationship Id="rId104" Type="http://schemas.openxmlformats.org/officeDocument/2006/relationships/slideLayout" Target="../slideLayouts/slideLayout139.xml"/><Relationship Id="rId120" Type="http://schemas.openxmlformats.org/officeDocument/2006/relationships/slideLayout" Target="../slideLayouts/slideLayout155.xml"/><Relationship Id="rId125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42.xml"/><Relationship Id="rId71" Type="http://schemas.openxmlformats.org/officeDocument/2006/relationships/slideLayout" Target="../slideLayouts/slideLayout106.xml"/><Relationship Id="rId92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59.xml"/><Relationship Id="rId40" Type="http://schemas.openxmlformats.org/officeDocument/2006/relationships/slideLayout" Target="../slideLayouts/slideLayout75.xml"/><Relationship Id="rId45" Type="http://schemas.openxmlformats.org/officeDocument/2006/relationships/slideLayout" Target="../slideLayouts/slideLayout80.xml"/><Relationship Id="rId66" Type="http://schemas.openxmlformats.org/officeDocument/2006/relationships/slideLayout" Target="../slideLayouts/slideLayout101.xml"/><Relationship Id="rId87" Type="http://schemas.openxmlformats.org/officeDocument/2006/relationships/slideLayout" Target="../slideLayouts/slideLayout122.xml"/><Relationship Id="rId110" Type="http://schemas.openxmlformats.org/officeDocument/2006/relationships/slideLayout" Target="../slideLayouts/slideLayout145.xml"/><Relationship Id="rId115" Type="http://schemas.openxmlformats.org/officeDocument/2006/relationships/slideLayout" Target="../slideLayouts/slideLayout150.xml"/><Relationship Id="rId131" Type="http://schemas.openxmlformats.org/officeDocument/2006/relationships/slideLayout" Target="../slideLayouts/slideLayout166.xml"/><Relationship Id="rId136" Type="http://schemas.openxmlformats.org/officeDocument/2006/relationships/slideLayout" Target="../slideLayouts/slideLayout171.xml"/><Relationship Id="rId61" Type="http://schemas.openxmlformats.org/officeDocument/2006/relationships/slideLayout" Target="../slideLayouts/slideLayout96.xml"/><Relationship Id="rId82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49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Relationship Id="rId56" Type="http://schemas.openxmlformats.org/officeDocument/2006/relationships/slideLayout" Target="../slideLayouts/slideLayout91.xml"/><Relationship Id="rId77" Type="http://schemas.openxmlformats.org/officeDocument/2006/relationships/slideLayout" Target="../slideLayouts/slideLayout112.xml"/><Relationship Id="rId100" Type="http://schemas.openxmlformats.org/officeDocument/2006/relationships/slideLayout" Target="../slideLayouts/slideLayout135.xml"/><Relationship Id="rId105" Type="http://schemas.openxmlformats.org/officeDocument/2006/relationships/slideLayout" Target="../slideLayouts/slideLayout140.xml"/><Relationship Id="rId126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43.xml"/><Relationship Id="rId51" Type="http://schemas.openxmlformats.org/officeDocument/2006/relationships/slideLayout" Target="../slideLayouts/slideLayout86.xml"/><Relationship Id="rId72" Type="http://schemas.openxmlformats.org/officeDocument/2006/relationships/slideLayout" Target="../slideLayouts/slideLayout107.xml"/><Relationship Id="rId93" Type="http://schemas.openxmlformats.org/officeDocument/2006/relationships/slideLayout" Target="../slideLayouts/slideLayout128.xml"/><Relationship Id="rId98" Type="http://schemas.openxmlformats.org/officeDocument/2006/relationships/slideLayout" Target="../slideLayouts/slideLayout133.xml"/><Relationship Id="rId121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60.xml"/><Relationship Id="rId46" Type="http://schemas.openxmlformats.org/officeDocument/2006/relationships/slideLayout" Target="../slideLayouts/slideLayout81.xml"/><Relationship Id="rId67" Type="http://schemas.openxmlformats.org/officeDocument/2006/relationships/slideLayout" Target="../slideLayouts/slideLayout102.xml"/><Relationship Id="rId116" Type="http://schemas.openxmlformats.org/officeDocument/2006/relationships/slideLayout" Target="../slideLayouts/slideLayout151.xml"/><Relationship Id="rId137" Type="http://schemas.openxmlformats.org/officeDocument/2006/relationships/theme" Target="../theme/theme2.xml"/><Relationship Id="rId20" Type="http://schemas.openxmlformats.org/officeDocument/2006/relationships/slideLayout" Target="../slideLayouts/slideLayout55.xml"/><Relationship Id="rId41" Type="http://schemas.openxmlformats.org/officeDocument/2006/relationships/slideLayout" Target="../slideLayouts/slideLayout76.xml"/><Relationship Id="rId62" Type="http://schemas.openxmlformats.org/officeDocument/2006/relationships/slideLayout" Target="../slideLayouts/slideLayout97.xml"/><Relationship Id="rId83" Type="http://schemas.openxmlformats.org/officeDocument/2006/relationships/slideLayout" Target="../slideLayouts/slideLayout118.xml"/><Relationship Id="rId88" Type="http://schemas.openxmlformats.org/officeDocument/2006/relationships/slideLayout" Target="../slideLayouts/slideLayout123.xml"/><Relationship Id="rId111" Type="http://schemas.openxmlformats.org/officeDocument/2006/relationships/slideLayout" Target="../slideLayouts/slideLayout146.xml"/><Relationship Id="rId132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50.xml"/><Relationship Id="rId36" Type="http://schemas.openxmlformats.org/officeDocument/2006/relationships/slideLayout" Target="../slideLayouts/slideLayout71.xml"/><Relationship Id="rId57" Type="http://schemas.openxmlformats.org/officeDocument/2006/relationships/slideLayout" Target="../slideLayouts/slideLayout92.xml"/><Relationship Id="rId106" Type="http://schemas.openxmlformats.org/officeDocument/2006/relationships/slideLayout" Target="../slideLayouts/slideLayout141.xml"/><Relationship Id="rId127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66.xml"/><Relationship Id="rId52" Type="http://schemas.openxmlformats.org/officeDocument/2006/relationships/slideLayout" Target="../slideLayouts/slideLayout87.xml"/><Relationship Id="rId73" Type="http://schemas.openxmlformats.org/officeDocument/2006/relationships/slideLayout" Target="../slideLayouts/slideLayout108.xml"/><Relationship Id="rId78" Type="http://schemas.openxmlformats.org/officeDocument/2006/relationships/slideLayout" Target="../slideLayouts/slideLayout113.xml"/><Relationship Id="rId94" Type="http://schemas.openxmlformats.org/officeDocument/2006/relationships/slideLayout" Target="../slideLayouts/slideLayout129.xml"/><Relationship Id="rId99" Type="http://schemas.openxmlformats.org/officeDocument/2006/relationships/slideLayout" Target="../slideLayouts/slideLayout134.xml"/><Relationship Id="rId101" Type="http://schemas.openxmlformats.org/officeDocument/2006/relationships/slideLayout" Target="../slideLayouts/slideLayout136.xml"/><Relationship Id="rId122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61.xml"/><Relationship Id="rId47" Type="http://schemas.openxmlformats.org/officeDocument/2006/relationships/slideLayout" Target="../slideLayouts/slideLayout82.xml"/><Relationship Id="rId68" Type="http://schemas.openxmlformats.org/officeDocument/2006/relationships/slideLayout" Target="../slideLayouts/slideLayout103.xml"/><Relationship Id="rId89" Type="http://schemas.openxmlformats.org/officeDocument/2006/relationships/slideLayout" Target="../slideLayouts/slideLayout124.xml"/><Relationship Id="rId112" Type="http://schemas.openxmlformats.org/officeDocument/2006/relationships/slideLayout" Target="../slideLayouts/slideLayout147.xml"/><Relationship Id="rId133" Type="http://schemas.openxmlformats.org/officeDocument/2006/relationships/slideLayout" Target="../slideLayouts/slideLayout1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3237" y="329565"/>
            <a:ext cx="13623925" cy="1016350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7" y="1597026"/>
            <a:ext cx="13623926" cy="5621338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CD1BD-900A-1A6F-2F38-79EDEEF8751C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1"/>
            <a:ext cx="1768351" cy="454588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9CA715-8D56-4F91-24BE-86E7EF448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0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3773602E-EC8C-F44D-BFC5-AD4583FDB2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9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50" r:id="rId2"/>
    <p:sldLayoutId id="2147483851" r:id="rId3"/>
    <p:sldLayoutId id="2147483751" r:id="rId4"/>
    <p:sldLayoutId id="2147483836" r:id="rId5"/>
    <p:sldLayoutId id="2147483837" r:id="rId6"/>
    <p:sldLayoutId id="2147483852" r:id="rId7"/>
    <p:sldLayoutId id="2147483861" r:id="rId8"/>
    <p:sldLayoutId id="2147483754" r:id="rId9"/>
    <p:sldLayoutId id="2147483767" r:id="rId10"/>
    <p:sldLayoutId id="2147483860" r:id="rId11"/>
    <p:sldLayoutId id="2147483826" r:id="rId12"/>
    <p:sldLayoutId id="2147483839" r:id="rId13"/>
    <p:sldLayoutId id="2147483650" r:id="rId14"/>
    <p:sldLayoutId id="2147483867" r:id="rId15"/>
    <p:sldLayoutId id="2147483847" r:id="rId16"/>
    <p:sldLayoutId id="2147483656" r:id="rId17"/>
    <p:sldLayoutId id="2147483842" r:id="rId18"/>
    <p:sldLayoutId id="2147483863" r:id="rId19"/>
    <p:sldLayoutId id="2147483848" r:id="rId20"/>
    <p:sldLayoutId id="2147483849" r:id="rId21"/>
    <p:sldLayoutId id="2147483703" r:id="rId22"/>
    <p:sldLayoutId id="2147483864" r:id="rId23"/>
    <p:sldLayoutId id="2147483865" r:id="rId24"/>
    <p:sldLayoutId id="2147483866" r:id="rId25"/>
    <p:sldLayoutId id="2147483843" r:id="rId26"/>
    <p:sldLayoutId id="2147483853" r:id="rId27"/>
    <p:sldLayoutId id="2147483855" r:id="rId28"/>
    <p:sldLayoutId id="2147483856" r:id="rId29"/>
    <p:sldLayoutId id="2147483844" r:id="rId30"/>
    <p:sldLayoutId id="2147483845" r:id="rId31"/>
    <p:sldLayoutId id="2147483831" r:id="rId32"/>
    <p:sldLayoutId id="2147483857" r:id="rId33"/>
    <p:sldLayoutId id="2147483676" r:id="rId34"/>
    <p:sldLayoutId id="2147483862" r:id="rId35"/>
  </p:sldLayoutIdLst>
  <p:hf sldNum="0" hdr="0" ftr="0" dt="0"/>
  <p:txStyles>
    <p:titleStyle>
      <a:lvl1pPr algn="l" defTabSz="1463040" rtl="0" eaLnBrk="1" latinLnBrk="0" hangingPunct="1">
        <a:spcBef>
          <a:spcPct val="0"/>
        </a:spcBef>
        <a:buNone/>
        <a:defRPr lang="en-US" sz="3000" kern="1200" cap="none" baseline="0" dirty="0">
          <a:solidFill>
            <a:schemeClr val="accent3"/>
          </a:solidFill>
          <a:latin typeface="+mj-lt"/>
          <a:ea typeface="Times" pitchFamily="2" charset="0"/>
          <a:cs typeface="Times" pitchFamily="2" charset="0"/>
        </a:defRPr>
      </a:lvl1pPr>
    </p:titleStyle>
    <p:bodyStyle>
      <a:lvl1pPr marL="225425" indent="-225425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tabLst>
          <a:tab pos="225425" algn="l"/>
        </a:tabLst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1pPr>
      <a:lvl2pPr marL="627063" indent="-287338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2pPr>
      <a:lvl3pPr marL="914400" indent="-225425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3pPr>
      <a:lvl4pPr marL="1254125" indent="-277813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4pPr>
      <a:lvl5pPr marL="1541463" indent="-227013" algn="l" defTabSz="146304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5pPr>
      <a:lvl6pPr marL="402336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3239" y="329565"/>
            <a:ext cx="13623925" cy="1016350"/>
          </a:xfrm>
          <a:prstGeom prst="rect">
            <a:avLst/>
          </a:prstGeom>
        </p:spPr>
        <p:txBody>
          <a:bodyPr vert="horz" lIns="91440" tIns="73152" rIns="146304" bIns="73152" rtlCol="0" anchor="b">
            <a:noAutofit/>
          </a:bodyPr>
          <a:lstStyle/>
          <a:p>
            <a:r>
              <a:rPr lang="en-US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7" y="1597026"/>
            <a:ext cx="13623926" cy="5621338"/>
          </a:xfrm>
          <a:prstGeom prst="rect">
            <a:avLst/>
          </a:prstGeom>
        </p:spPr>
        <p:txBody>
          <a:bodyPr vert="horz" lIns="91440" tIns="9144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CD1BD-900A-1A6F-2F38-79EDEEF8751C}"/>
              </a:ext>
            </a:extLst>
          </p:cNvPr>
          <p:cNvPicPr>
            <a:picLocks noChangeAspect="1"/>
          </p:cNvPicPr>
          <p:nvPr/>
        </p:nvPicPr>
        <p:blipFill>
          <a:blip r:embed="rId13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45739" y="7492622"/>
            <a:ext cx="1768351" cy="454588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9CA715-8D56-4F91-24BE-86E7EF448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10" y="7739082"/>
            <a:ext cx="2743200" cy="20812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+mn-lt"/>
              </a:defRPr>
            </a:lvl1pPr>
          </a:lstStyle>
          <a:p>
            <a:fld id="{50FE592C-BB5C-4455-A7DE-EEFA44B8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83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  <p:sldLayoutId id="2147483891" r:id="rId18"/>
    <p:sldLayoutId id="2147483892" r:id="rId19"/>
    <p:sldLayoutId id="2147483893" r:id="rId20"/>
    <p:sldLayoutId id="2147483894" r:id="rId21"/>
    <p:sldLayoutId id="2147483895" r:id="rId22"/>
    <p:sldLayoutId id="2147483896" r:id="rId23"/>
    <p:sldLayoutId id="2147483897" r:id="rId24"/>
    <p:sldLayoutId id="2147483898" r:id="rId25"/>
    <p:sldLayoutId id="2147483899" r:id="rId26"/>
    <p:sldLayoutId id="2147483900" r:id="rId27"/>
    <p:sldLayoutId id="2147483901" r:id="rId28"/>
    <p:sldLayoutId id="2147483902" r:id="rId29"/>
    <p:sldLayoutId id="2147483903" r:id="rId30"/>
    <p:sldLayoutId id="2147483904" r:id="rId31"/>
    <p:sldLayoutId id="2147483905" r:id="rId32"/>
    <p:sldLayoutId id="2147483906" r:id="rId33"/>
    <p:sldLayoutId id="2147483907" r:id="rId34"/>
    <p:sldLayoutId id="2147483908" r:id="rId35"/>
    <p:sldLayoutId id="2147483909" r:id="rId36"/>
    <p:sldLayoutId id="2147483910" r:id="rId37"/>
    <p:sldLayoutId id="2147483911" r:id="rId38"/>
    <p:sldLayoutId id="2147483912" r:id="rId39"/>
    <p:sldLayoutId id="2147483913" r:id="rId40"/>
    <p:sldLayoutId id="2147483914" r:id="rId41"/>
    <p:sldLayoutId id="2147483915" r:id="rId42"/>
    <p:sldLayoutId id="2147483916" r:id="rId43"/>
    <p:sldLayoutId id="2147483917" r:id="rId44"/>
    <p:sldLayoutId id="2147483918" r:id="rId45"/>
    <p:sldLayoutId id="2147483919" r:id="rId46"/>
    <p:sldLayoutId id="2147483920" r:id="rId47"/>
    <p:sldLayoutId id="2147483921" r:id="rId48"/>
    <p:sldLayoutId id="2147483922" r:id="rId49"/>
    <p:sldLayoutId id="2147483923" r:id="rId50"/>
    <p:sldLayoutId id="2147483924" r:id="rId51"/>
    <p:sldLayoutId id="2147483925" r:id="rId52"/>
    <p:sldLayoutId id="2147483926" r:id="rId53"/>
    <p:sldLayoutId id="2147483927" r:id="rId54"/>
    <p:sldLayoutId id="2147483928" r:id="rId55"/>
    <p:sldLayoutId id="2147483929" r:id="rId56"/>
    <p:sldLayoutId id="2147483930" r:id="rId57"/>
    <p:sldLayoutId id="2147483931" r:id="rId58"/>
    <p:sldLayoutId id="2147483932" r:id="rId59"/>
    <p:sldLayoutId id="2147483933" r:id="rId60"/>
    <p:sldLayoutId id="2147483934" r:id="rId61"/>
    <p:sldLayoutId id="2147483935" r:id="rId62"/>
    <p:sldLayoutId id="2147483936" r:id="rId63"/>
    <p:sldLayoutId id="2147483937" r:id="rId64"/>
    <p:sldLayoutId id="2147483938" r:id="rId65"/>
    <p:sldLayoutId id="2147483939" r:id="rId66"/>
    <p:sldLayoutId id="2147483940" r:id="rId67"/>
    <p:sldLayoutId id="2147483941" r:id="rId68"/>
    <p:sldLayoutId id="2147483942" r:id="rId69"/>
    <p:sldLayoutId id="2147483943" r:id="rId70"/>
    <p:sldLayoutId id="2147483944" r:id="rId71"/>
    <p:sldLayoutId id="2147483945" r:id="rId72"/>
    <p:sldLayoutId id="2147483946" r:id="rId73"/>
    <p:sldLayoutId id="2147483947" r:id="rId74"/>
    <p:sldLayoutId id="2147483948" r:id="rId75"/>
    <p:sldLayoutId id="2147483949" r:id="rId76"/>
    <p:sldLayoutId id="2147483950" r:id="rId77"/>
    <p:sldLayoutId id="2147483951" r:id="rId78"/>
    <p:sldLayoutId id="2147483952" r:id="rId79"/>
    <p:sldLayoutId id="2147483953" r:id="rId80"/>
    <p:sldLayoutId id="2147483954" r:id="rId81"/>
    <p:sldLayoutId id="2147483955" r:id="rId82"/>
    <p:sldLayoutId id="2147483956" r:id="rId83"/>
    <p:sldLayoutId id="2147483957" r:id="rId84"/>
    <p:sldLayoutId id="2147483958" r:id="rId85"/>
    <p:sldLayoutId id="2147483959" r:id="rId86"/>
    <p:sldLayoutId id="2147483960" r:id="rId87"/>
    <p:sldLayoutId id="2147483961" r:id="rId88"/>
    <p:sldLayoutId id="2147483962" r:id="rId89"/>
    <p:sldLayoutId id="2147483963" r:id="rId90"/>
    <p:sldLayoutId id="2147483964" r:id="rId91"/>
    <p:sldLayoutId id="2147483965" r:id="rId92"/>
    <p:sldLayoutId id="2147483966" r:id="rId93"/>
    <p:sldLayoutId id="2147483967" r:id="rId94"/>
    <p:sldLayoutId id="2147483968" r:id="rId95"/>
    <p:sldLayoutId id="2147483969" r:id="rId96"/>
    <p:sldLayoutId id="2147483970" r:id="rId97"/>
    <p:sldLayoutId id="2147483971" r:id="rId98"/>
    <p:sldLayoutId id="2147483972" r:id="rId99"/>
    <p:sldLayoutId id="2147483973" r:id="rId100"/>
    <p:sldLayoutId id="2147483974" r:id="rId101"/>
    <p:sldLayoutId id="2147483975" r:id="rId102"/>
    <p:sldLayoutId id="2147483976" r:id="rId103"/>
    <p:sldLayoutId id="2147483977" r:id="rId104"/>
    <p:sldLayoutId id="2147483978" r:id="rId105"/>
    <p:sldLayoutId id="2147483979" r:id="rId106"/>
    <p:sldLayoutId id="2147483980" r:id="rId107"/>
    <p:sldLayoutId id="2147483981" r:id="rId108"/>
    <p:sldLayoutId id="2147483982" r:id="rId109"/>
    <p:sldLayoutId id="2147483983" r:id="rId110"/>
    <p:sldLayoutId id="2147483984" r:id="rId111"/>
    <p:sldLayoutId id="2147483985" r:id="rId112"/>
    <p:sldLayoutId id="2147483986" r:id="rId113"/>
    <p:sldLayoutId id="2147483987" r:id="rId114"/>
    <p:sldLayoutId id="2147483988" r:id="rId115"/>
    <p:sldLayoutId id="2147483989" r:id="rId116"/>
    <p:sldLayoutId id="2147483990" r:id="rId117"/>
    <p:sldLayoutId id="2147483991" r:id="rId118"/>
    <p:sldLayoutId id="2147483992" r:id="rId119"/>
    <p:sldLayoutId id="2147483993" r:id="rId120"/>
    <p:sldLayoutId id="2147483994" r:id="rId121"/>
    <p:sldLayoutId id="2147483995" r:id="rId122"/>
    <p:sldLayoutId id="2147483996" r:id="rId123"/>
    <p:sldLayoutId id="2147483997" r:id="rId124"/>
    <p:sldLayoutId id="2147483998" r:id="rId125"/>
    <p:sldLayoutId id="2147483999" r:id="rId126"/>
    <p:sldLayoutId id="2147484000" r:id="rId127"/>
    <p:sldLayoutId id="2147484001" r:id="rId128"/>
    <p:sldLayoutId id="2147484002" r:id="rId129"/>
    <p:sldLayoutId id="2147484003" r:id="rId130"/>
    <p:sldLayoutId id="2147484004" r:id="rId131"/>
    <p:sldLayoutId id="2147484005" r:id="rId132"/>
    <p:sldLayoutId id="2147484006" r:id="rId133"/>
    <p:sldLayoutId id="2147484007" r:id="rId134"/>
    <p:sldLayoutId id="2147484008" r:id="rId135"/>
    <p:sldLayoutId id="2147484084" r:id="rId136"/>
  </p:sldLayoutIdLst>
  <p:txStyles>
    <p:titleStyle>
      <a:lvl1pPr algn="l" defTabSz="1462981" rtl="0" eaLnBrk="1" latinLnBrk="0" hangingPunct="1">
        <a:spcBef>
          <a:spcPct val="0"/>
        </a:spcBef>
        <a:buNone/>
        <a:defRPr lang="en-US" sz="3000" kern="1200" cap="none" baseline="0" dirty="0">
          <a:solidFill>
            <a:schemeClr val="accent3"/>
          </a:solidFill>
          <a:latin typeface="+mj-lt"/>
          <a:ea typeface="Times" pitchFamily="2" charset="0"/>
          <a:cs typeface="Times" pitchFamily="2" charset="0"/>
        </a:defRPr>
      </a:lvl1pPr>
    </p:titleStyle>
    <p:bodyStyle>
      <a:lvl1pPr marL="225416" indent="-225416" algn="l" defTabSz="1462981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tabLst>
          <a:tab pos="225416" algn="l"/>
        </a:tabLst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1pPr>
      <a:lvl2pPr marL="627038" indent="-287327" algn="l" defTabSz="1462981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2pPr>
      <a:lvl3pPr marL="914364" indent="-225416" algn="l" defTabSz="1462981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3pPr>
      <a:lvl4pPr marL="1254074" indent="-277802" algn="l" defTabSz="1462981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4pPr>
      <a:lvl5pPr marL="1541401" indent="-227004" algn="l" defTabSz="1462981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bg1">
            <a:lumMod val="50000"/>
          </a:schemeClr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Noto Sans" panose="020B0502040504020204" pitchFamily="34" charset="0"/>
          <a:cs typeface="Arial" panose="020B0604020202020204" pitchFamily="34" charset="0"/>
        </a:defRPr>
      </a:lvl5pPr>
      <a:lvl6pPr marL="4023199" indent="-365746" algn="l" defTabSz="1462981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690" indent="-365746" algn="l" defTabSz="1462981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180" indent="-365746" algn="l" defTabSz="1462981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672" indent="-365746" algn="l" defTabSz="1462981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31491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62981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94472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25962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57454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88945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120435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851926" algn="l" defTabSz="1462981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hyperlink" Target="https://www.iea.org/reports/the-path-to-a-new-era-for-nuclear-energy?utm_content=buffer6219b&amp;utm_medium=social&amp;utm_source=linkedin.com&amp;utm_campaign=buff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26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25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hyperlink" Target="https://www.iea.org/reports/the-path-to-a-new-era-for-nuclear-energy?utm_content=buffer6219b&amp;utm_medium=social&amp;utm_source=linkedin.com&amp;utm_campaign=buff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26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gene.co/post/deep-learning-with-labview-tutorial-2-3-power-line-fault-classification" TargetMode="External"/><Relationship Id="rId13" Type="http://schemas.openxmlformats.org/officeDocument/2006/relationships/hyperlink" Target="https://www.ngene.co/post/deepltk-tutorial-3-6-visual-anomaly-detection" TargetMode="External"/><Relationship Id="rId3" Type="http://schemas.openxmlformats.org/officeDocument/2006/relationships/hyperlink" Target="https://www.ngene.co/post/deepltk-tutorial-1-2-multi-output-logistic-regression-8bit-adder" TargetMode="External"/><Relationship Id="rId7" Type="http://schemas.openxmlformats.org/officeDocument/2006/relationships/hyperlink" Target="https://www.ngene.co/post/deep-learning-with-labview-tutorial-2-2-waveform-signal-regression" TargetMode="External"/><Relationship Id="rId12" Type="http://schemas.openxmlformats.org/officeDocument/2006/relationships/hyperlink" Target="https://github.com/ngenehub/deepltk_examples/tree/main/3_Image_Processing/33_Object_Detection" TargetMode="External"/><Relationship Id="rId2" Type="http://schemas.openxmlformats.org/officeDocument/2006/relationships/hyperlink" Target="https://www.ngene.co/post/deeplearning-with-labview-simple-boolean" TargetMode="External"/><Relationship Id="rId1" Type="http://schemas.openxmlformats.org/officeDocument/2006/relationships/slideLayout" Target="../slideLayouts/slideLayout56.xml"/><Relationship Id="rId6" Type="http://schemas.openxmlformats.org/officeDocument/2006/relationships/hyperlink" Target="https://www.ngene.co/post/deep-learning-with-labview-tutorial-2-1-waveform-signal-classifier" TargetMode="External"/><Relationship Id="rId11" Type="http://schemas.openxmlformats.org/officeDocument/2006/relationships/hyperlink" Target="https://github.com/ngenehub/deepltk_examples/tree/main/3_Image_Processing/32_Image_Classification" TargetMode="External"/><Relationship Id="rId5" Type="http://schemas.openxmlformats.org/officeDocument/2006/relationships/hyperlink" Target="https://www.ngene.co/post/deep-learning-with-labview-tutorial-1-4-multi-output-non-linear-regression-sin-x-cos-x" TargetMode="External"/><Relationship Id="rId15" Type="http://schemas.openxmlformats.org/officeDocument/2006/relationships/hyperlink" Target="https://www.ngene.co/blog/categories/deepltk" TargetMode="External"/><Relationship Id="rId10" Type="http://schemas.openxmlformats.org/officeDocument/2006/relationships/hyperlink" Target="https://github.com/ngenehub/deepltk_examples/tree/main/3_Image_Processing/31_Image_Regression" TargetMode="External"/><Relationship Id="rId4" Type="http://schemas.openxmlformats.org/officeDocument/2006/relationships/hyperlink" Target="https://www.ngene.co/post/deep-learning-with-labview-tutorial-1-3-linear-regression-celsius-to-fahrenheit-conversion" TargetMode="External"/><Relationship Id="rId9" Type="http://schemas.openxmlformats.org/officeDocument/2006/relationships/hyperlink" Target="https://www.ngene.co/post/deep-learning-with-labview-tutorial-2-3-waveform-anomaly-detection" TargetMode="External"/><Relationship Id="rId14" Type="http://schemas.openxmlformats.org/officeDocument/2006/relationships/hyperlink" Target="https://github.com/ngenehub/deepltk_examples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hyperlink" Target="https://www.iea.org/reports/the-path-to-a-new-era-for-nuclear-energy?utm_content=buffer6219b&amp;utm_medium=social&amp;utm_source=linkedin.com&amp;utm_campaign=buff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26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hyperlink" Target="https://www.iea.org/reports/the-path-to-a-new-era-for-nuclear-energy?utm_content=buffer6219b&amp;utm_medium=social&amp;utm_source=linkedin.com&amp;utm_campaign=buffe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26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hyperlink" Target="https://www.iea.org/reports/the-path-to-a-new-era-for-nuclear-energy?utm_content=buffer6219b&amp;utm_medium=social&amp;utm_source=linkedin.com&amp;utm_campaign=buff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26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1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4.xml"/><Relationship Id="rId4" Type="http://schemas.openxmlformats.org/officeDocument/2006/relationships/hyperlink" Target="https://github.com/ngenehub/deepltk_fpga_examp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3BEE79-67CC-94A0-8E19-E385DE32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DeepLTK - Deep Learning Toolkit for LabVIEW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622855-58D0-6D83-6027-E8BF2722B104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High level API for: </a:t>
            </a:r>
          </a:p>
          <a:p>
            <a:pPr marL="6254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Building</a:t>
            </a:r>
          </a:p>
          <a:p>
            <a:pPr marL="6254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Training</a:t>
            </a:r>
          </a:p>
          <a:p>
            <a:pPr marL="6254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Evaluation</a:t>
            </a:r>
          </a:p>
          <a:p>
            <a:pPr marL="6254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Optimization</a:t>
            </a:r>
          </a:p>
          <a:p>
            <a:pPr marL="625475" lvl="1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Complete implementation in LabVIEW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GPU Acceleration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Deployment on NI’s embedded 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Inference acceleration on FPGAs</a:t>
            </a:r>
          </a:p>
          <a:p>
            <a:endParaRPr lang="en-US" sz="18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DE9D334-3B4E-BBD5-B55E-F8902F280751}"/>
              </a:ext>
            </a:extLst>
          </p:cNvPr>
          <p:cNvGrpSpPr/>
          <p:nvPr/>
        </p:nvGrpSpPr>
        <p:grpSpPr>
          <a:xfrm>
            <a:off x="10398377" y="2103629"/>
            <a:ext cx="1305624" cy="1313953"/>
            <a:chOff x="8160411" y="1828387"/>
            <a:chExt cx="1305624" cy="131395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1FC819F-5C3D-12DD-0294-A958F9D29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10168" y="1828387"/>
              <a:ext cx="1006110" cy="75458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5C5C16A-5166-A495-31D9-9155AB058E29}"/>
                </a:ext>
              </a:extLst>
            </p:cNvPr>
            <p:cNvSpPr txBox="1"/>
            <p:nvPr/>
          </p:nvSpPr>
          <p:spPr>
            <a:xfrm>
              <a:off x="8160411" y="2606809"/>
              <a:ext cx="130562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Object Detection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05B5516-FB31-2EB9-4A1C-5783181A8D9C}"/>
              </a:ext>
            </a:extLst>
          </p:cNvPr>
          <p:cNvGrpSpPr/>
          <p:nvPr/>
        </p:nvGrpSpPr>
        <p:grpSpPr>
          <a:xfrm>
            <a:off x="10398377" y="5111871"/>
            <a:ext cx="1305624" cy="1337701"/>
            <a:chOff x="8160411" y="3363217"/>
            <a:chExt cx="1305624" cy="133770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2DD7CF5-2816-2E70-A7BF-B5AC4BD7D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10168" y="3363217"/>
              <a:ext cx="1006110" cy="68660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521BC4-6F51-C3FD-3661-69ABDD626438}"/>
                </a:ext>
              </a:extLst>
            </p:cNvPr>
            <p:cNvSpPr txBox="1"/>
            <p:nvPr/>
          </p:nvSpPr>
          <p:spPr>
            <a:xfrm>
              <a:off x="8160411" y="4165387"/>
              <a:ext cx="130562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Time Series Prediction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B27697-83AF-6ECF-ABB9-D8244B64F362}"/>
              </a:ext>
            </a:extLst>
          </p:cNvPr>
          <p:cNvGrpSpPr/>
          <p:nvPr/>
        </p:nvGrpSpPr>
        <p:grpSpPr>
          <a:xfrm>
            <a:off x="8591707" y="2082250"/>
            <a:ext cx="1305624" cy="1335332"/>
            <a:chOff x="6323311" y="1801194"/>
            <a:chExt cx="1305624" cy="133533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08C3860-7910-F09E-0012-D9D4F8A55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73068" y="1801194"/>
              <a:ext cx="1006111" cy="80896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E70CB9F-9601-A68F-EA33-EF71CF0B8DC8}"/>
                </a:ext>
              </a:extLst>
            </p:cNvPr>
            <p:cNvSpPr txBox="1"/>
            <p:nvPr/>
          </p:nvSpPr>
          <p:spPr>
            <a:xfrm>
              <a:off x="6323311" y="2600995"/>
              <a:ext cx="130562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Image</a:t>
              </a:r>
            </a:p>
            <a:p>
              <a:pPr algn="ctr"/>
              <a:r>
                <a:rPr lang="en-US" sz="1440" dirty="0"/>
                <a:t>Classification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0064EDE-49A1-AF64-1CE6-56B7F2C01F66}"/>
              </a:ext>
            </a:extLst>
          </p:cNvPr>
          <p:cNvGrpSpPr/>
          <p:nvPr/>
        </p:nvGrpSpPr>
        <p:grpSpPr>
          <a:xfrm>
            <a:off x="8591707" y="3618639"/>
            <a:ext cx="1305624" cy="1337701"/>
            <a:chOff x="6323311" y="3363217"/>
            <a:chExt cx="1305624" cy="133770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C51F650-9661-6671-7050-7268F31E0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73068" y="3363217"/>
              <a:ext cx="1006110" cy="802169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333482-FBC2-16B7-625F-67E34E01D923}"/>
                </a:ext>
              </a:extLst>
            </p:cNvPr>
            <p:cNvSpPr txBox="1"/>
            <p:nvPr/>
          </p:nvSpPr>
          <p:spPr>
            <a:xfrm>
              <a:off x="6323311" y="4165387"/>
              <a:ext cx="130562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Speech Recognition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C8A50D9-02DA-B007-B983-C919E109205D}"/>
              </a:ext>
            </a:extLst>
          </p:cNvPr>
          <p:cNvGrpSpPr/>
          <p:nvPr/>
        </p:nvGrpSpPr>
        <p:grpSpPr>
          <a:xfrm>
            <a:off x="8591707" y="5125890"/>
            <a:ext cx="1305624" cy="1323683"/>
            <a:chOff x="6323311" y="4850648"/>
            <a:chExt cx="1305624" cy="1323683"/>
          </a:xfrm>
        </p:grpSpPr>
        <p:pic>
          <p:nvPicPr>
            <p:cNvPr id="40" name="Picture 39" descr="A blue yellow and black box with black text&#10;&#10;AI-generated content may be incorrect.">
              <a:extLst>
                <a:ext uri="{FF2B5EF4-FFF2-40B4-BE49-F238E27FC236}">
                  <a16:creationId xmlns:a16="http://schemas.microsoft.com/office/drawing/2014/main" id="{FCB424D9-6130-A615-F2D9-1EDDA6A6E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179"/>
            <a:stretch/>
          </p:blipFill>
          <p:spPr>
            <a:xfrm>
              <a:off x="6604629" y="4850648"/>
              <a:ext cx="742988" cy="788152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EDB2087-4E01-A4F5-C108-96F3D4BF80B6}"/>
                </a:ext>
              </a:extLst>
            </p:cNvPr>
            <p:cNvSpPr txBox="1"/>
            <p:nvPr/>
          </p:nvSpPr>
          <p:spPr>
            <a:xfrm>
              <a:off x="6323311" y="5638800"/>
              <a:ext cx="130562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Tabular Data</a:t>
              </a:r>
            </a:p>
            <a:p>
              <a:pPr algn="ctr"/>
              <a:r>
                <a:rPr lang="en-US" sz="1440" dirty="0"/>
                <a:t>Analysis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B8AB3AE-D0A8-31EB-1AC5-72AA84B50208}"/>
              </a:ext>
            </a:extLst>
          </p:cNvPr>
          <p:cNvGrpSpPr/>
          <p:nvPr/>
        </p:nvGrpSpPr>
        <p:grpSpPr>
          <a:xfrm>
            <a:off x="12218283" y="2076436"/>
            <a:ext cx="1305624" cy="1341146"/>
            <a:chOff x="9949887" y="1801194"/>
            <a:chExt cx="1305624" cy="1341146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0890F84-F16B-4E09-E6D9-42820C678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58993" y="1801194"/>
              <a:ext cx="887413" cy="808968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ADF1DD-6553-1487-5100-FD10EC3A0997}"/>
                </a:ext>
              </a:extLst>
            </p:cNvPr>
            <p:cNvSpPr txBox="1"/>
            <p:nvPr/>
          </p:nvSpPr>
          <p:spPr>
            <a:xfrm>
              <a:off x="9949887" y="2606809"/>
              <a:ext cx="130562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Anomaly Detection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3779811-B0FE-C948-BAED-DC190159F3E0}"/>
              </a:ext>
            </a:extLst>
          </p:cNvPr>
          <p:cNvGrpSpPr/>
          <p:nvPr/>
        </p:nvGrpSpPr>
        <p:grpSpPr>
          <a:xfrm>
            <a:off x="12218282" y="3628732"/>
            <a:ext cx="1332617" cy="1317514"/>
            <a:chOff x="9949886" y="3383404"/>
            <a:chExt cx="1332617" cy="131751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25603469-3586-C7D7-C158-49DC7F74B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4837" y="3383404"/>
              <a:ext cx="1015724" cy="761793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5F754EE-8F7A-C077-8EC7-4DF7B8179796}"/>
                </a:ext>
              </a:extLst>
            </p:cNvPr>
            <p:cNvSpPr txBox="1"/>
            <p:nvPr/>
          </p:nvSpPr>
          <p:spPr>
            <a:xfrm>
              <a:off x="9949886" y="4165387"/>
              <a:ext cx="1332617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Semantic</a:t>
              </a:r>
              <a:br>
                <a:rPr lang="en-US" sz="1440" dirty="0"/>
              </a:br>
              <a:r>
                <a:rPr lang="en-US" sz="1440" dirty="0"/>
                <a:t>Segmentation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8BDF6CF-9955-8924-57CD-2FA2EFD0617C}"/>
              </a:ext>
            </a:extLst>
          </p:cNvPr>
          <p:cNvGrpSpPr/>
          <p:nvPr/>
        </p:nvGrpSpPr>
        <p:grpSpPr>
          <a:xfrm>
            <a:off x="10398377" y="3625648"/>
            <a:ext cx="1305624" cy="1323682"/>
            <a:chOff x="8110983" y="4850648"/>
            <a:chExt cx="1305624" cy="132368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1B3C56E-4A30-1022-A3EF-A98F99FBF9F7}"/>
                </a:ext>
              </a:extLst>
            </p:cNvPr>
            <p:cNvSpPr txBox="1"/>
            <p:nvPr/>
          </p:nvSpPr>
          <p:spPr>
            <a:xfrm>
              <a:off x="8110983" y="5638799"/>
              <a:ext cx="130562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Waveform Analysis</a:t>
              </a:r>
            </a:p>
          </p:txBody>
        </p:sp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19C4130A-D4A7-D6AF-634D-A3E159661C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52672" y="4850648"/>
              <a:ext cx="1073477" cy="786384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98244D-3950-B0A4-6B11-638F01EC4982}"/>
              </a:ext>
            </a:extLst>
          </p:cNvPr>
          <p:cNvGrpSpPr/>
          <p:nvPr/>
        </p:nvGrpSpPr>
        <p:grpSpPr>
          <a:xfrm>
            <a:off x="12218282" y="5111871"/>
            <a:ext cx="1305624" cy="1337701"/>
            <a:chOff x="8160411" y="3363217"/>
            <a:chExt cx="1305624" cy="1337701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56729BA-00CD-0443-BE5A-482337CCD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8329190" y="3363217"/>
              <a:ext cx="968066" cy="686602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7BB6EE-D226-436D-8DE2-47DEB32A58AC}"/>
                </a:ext>
              </a:extLst>
            </p:cNvPr>
            <p:cNvSpPr txBox="1"/>
            <p:nvPr/>
          </p:nvSpPr>
          <p:spPr>
            <a:xfrm>
              <a:off x="8160411" y="4165387"/>
              <a:ext cx="130562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40" dirty="0"/>
                <a:t>Signal</a:t>
              </a:r>
            </a:p>
            <a:p>
              <a:pPr algn="ctr"/>
              <a:r>
                <a:rPr lang="en-US" sz="1440" dirty="0"/>
                <a:t>Intelligence</a:t>
              </a:r>
            </a:p>
          </p:txBody>
        </p:sp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128AF8A0-BAA9-51C3-7E2A-A3F90B2524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3919" y="2076436"/>
            <a:ext cx="2947098" cy="149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10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A5279-30AE-C6AF-3015-661780C11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1BC361-B3BB-0811-43B4-097FDBAB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Model Design and Deployment Workflow with DeepLTK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83C1EE-6000-2981-6E20-E2A47EC65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8" y="2136544"/>
            <a:ext cx="13959840" cy="377517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D3EDFF9-E56A-3CBF-7330-8CB1833009B9}"/>
              </a:ext>
            </a:extLst>
          </p:cNvPr>
          <p:cNvGrpSpPr/>
          <p:nvPr/>
        </p:nvGrpSpPr>
        <p:grpSpPr>
          <a:xfrm>
            <a:off x="12448032" y="5992012"/>
            <a:ext cx="1959355" cy="1079348"/>
            <a:chOff x="0" y="1232940"/>
            <a:chExt cx="9754770" cy="500026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E4C48ED-6B2D-DEB0-77AC-C86194B4BF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679" t="17591" r="6679" b="11064"/>
            <a:stretch/>
          </p:blipFill>
          <p:spPr>
            <a:xfrm>
              <a:off x="0" y="1232940"/>
              <a:ext cx="9754770" cy="50002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439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20DF-3844-79FB-B478-A2F6EF917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BD81173-F353-C954-62D1-53E72152B346}"/>
              </a:ext>
            </a:extLst>
          </p:cNvPr>
          <p:cNvSpPr/>
          <p:nvPr/>
        </p:nvSpPr>
        <p:spPr bwMode="auto">
          <a:xfrm>
            <a:off x="11716041" y="3565430"/>
            <a:ext cx="701727" cy="3106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I/O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28AE50-32C6-D953-6D3F-9F4052955108}"/>
              </a:ext>
            </a:extLst>
          </p:cNvPr>
          <p:cNvSpPr/>
          <p:nvPr/>
        </p:nvSpPr>
        <p:spPr bwMode="auto">
          <a:xfrm>
            <a:off x="10312042" y="3063019"/>
            <a:ext cx="1453901" cy="3609047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vert="horz" wrap="square" rtlCol="0" anchor="b" anchorCtr="0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CBC2EC-1A12-E7B3-7EFF-66EACC7F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Integrating AI Inference with NI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F5016-D2C0-3163-8ECB-514B24D6235D}"/>
              </a:ext>
            </a:extLst>
          </p:cNvPr>
          <p:cNvSpPr/>
          <p:nvPr/>
        </p:nvSpPr>
        <p:spPr bwMode="auto">
          <a:xfrm>
            <a:off x="937261" y="3566701"/>
            <a:ext cx="1543050" cy="1085308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3D98EF-C53B-2672-984E-308DDAF2ABAB}"/>
              </a:ext>
            </a:extLst>
          </p:cNvPr>
          <p:cNvSpPr/>
          <p:nvPr/>
        </p:nvSpPr>
        <p:spPr bwMode="auto">
          <a:xfrm>
            <a:off x="2884171" y="3566701"/>
            <a:ext cx="1543050" cy="1085308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A70B62-95F0-9F6F-6C9D-9F0AA6CA5BBF}"/>
              </a:ext>
            </a:extLst>
          </p:cNvPr>
          <p:cNvSpPr/>
          <p:nvPr/>
        </p:nvSpPr>
        <p:spPr bwMode="auto">
          <a:xfrm>
            <a:off x="4796791" y="3566701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D2B512-FEB9-9C82-6095-8240EA061AB0}"/>
              </a:ext>
            </a:extLst>
          </p:cNvPr>
          <p:cNvSpPr/>
          <p:nvPr/>
        </p:nvSpPr>
        <p:spPr bwMode="auto">
          <a:xfrm>
            <a:off x="10473119" y="4732496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A6F06-5A47-E45F-31DB-CB5054365C22}"/>
              </a:ext>
            </a:extLst>
          </p:cNvPr>
          <p:cNvSpPr/>
          <p:nvPr/>
        </p:nvSpPr>
        <p:spPr bwMode="auto">
          <a:xfrm>
            <a:off x="10473119" y="3300580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AB0735-F98E-8033-3D2F-67D57F984DCF}"/>
              </a:ext>
            </a:extLst>
          </p:cNvPr>
          <p:cNvSpPr txBox="1"/>
          <p:nvPr/>
        </p:nvSpPr>
        <p:spPr>
          <a:xfrm>
            <a:off x="937261" y="2834203"/>
            <a:ext cx="1543050" cy="736047"/>
          </a:xfrm>
          <a:prstGeom prst="rect">
            <a:avLst/>
          </a:prstGeom>
          <a:solidFill>
            <a:schemeClr val="tx2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DA0C6-6BD1-7882-B710-9226B6FCD87E}"/>
              </a:ext>
            </a:extLst>
          </p:cNvPr>
          <p:cNvSpPr txBox="1"/>
          <p:nvPr/>
        </p:nvSpPr>
        <p:spPr>
          <a:xfrm>
            <a:off x="2884170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5545A-55E3-5886-D582-8038CB9E1D25}"/>
              </a:ext>
            </a:extLst>
          </p:cNvPr>
          <p:cNvSpPr txBox="1"/>
          <p:nvPr/>
        </p:nvSpPr>
        <p:spPr>
          <a:xfrm>
            <a:off x="4800601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Optimization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788A408-8E9E-74C6-7C7F-31DC4B5DB3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1987" y="3659491"/>
            <a:ext cx="1061082" cy="845872"/>
          </a:xfrm>
          <a:prstGeom prst="rect">
            <a:avLst/>
          </a:prstGeom>
        </p:spPr>
      </p:pic>
      <p:pic>
        <p:nvPicPr>
          <p:cNvPr id="29" name="Graphic 28" descr="Remote learning language outline">
            <a:extLst>
              <a:ext uri="{FF2B5EF4-FFF2-40B4-BE49-F238E27FC236}">
                <a16:creationId xmlns:a16="http://schemas.microsoft.com/office/drawing/2014/main" id="{91F59713-1C15-DD39-E437-0B16D5B06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0164" y="3625227"/>
            <a:ext cx="914400" cy="914400"/>
          </a:xfrm>
          <a:prstGeom prst="rect">
            <a:avLst/>
          </a:prstGeom>
        </p:spPr>
      </p:pic>
      <p:pic>
        <p:nvPicPr>
          <p:cNvPr id="32" name="Graphic 31" descr="Statistics with solid fill">
            <a:extLst>
              <a:ext uri="{FF2B5EF4-FFF2-40B4-BE49-F238E27FC236}">
                <a16:creationId xmlns:a16="http://schemas.microsoft.com/office/drawing/2014/main" id="{AD64F38C-AB57-6080-F00D-7FFB35A8C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2640" y="3703613"/>
            <a:ext cx="787652" cy="78765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BC0FA33-483A-6084-4B4F-76B9E5759D73}"/>
              </a:ext>
            </a:extLst>
          </p:cNvPr>
          <p:cNvSpPr txBox="1"/>
          <p:nvPr/>
        </p:nvSpPr>
        <p:spPr>
          <a:xfrm>
            <a:off x="10577895" y="4937649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D31738-138F-F42E-6ADD-500D09296FA7}"/>
              </a:ext>
            </a:extLst>
          </p:cNvPr>
          <p:cNvSpPr txBox="1"/>
          <p:nvPr/>
        </p:nvSpPr>
        <p:spPr>
          <a:xfrm>
            <a:off x="10473120" y="3577922"/>
            <a:ext cx="115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FPGA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F723B9-B445-E2EA-5030-C150A520206B}"/>
              </a:ext>
            </a:extLst>
          </p:cNvPr>
          <p:cNvGrpSpPr/>
          <p:nvPr/>
        </p:nvGrpSpPr>
        <p:grpSpPr>
          <a:xfrm>
            <a:off x="9577478" y="1496765"/>
            <a:ext cx="3415637" cy="1420666"/>
            <a:chOff x="0" y="1232940"/>
            <a:chExt cx="9754770" cy="500026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145EB22-9CE6-CD97-2FA9-EA3AB8E5BD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679" t="17591" r="6679" b="11064"/>
            <a:stretch/>
          </p:blipFill>
          <p:spPr>
            <a:xfrm>
              <a:off x="0" y="1232940"/>
              <a:ext cx="9754770" cy="5000260"/>
            </a:xfrm>
            <a:prstGeom prst="rect">
              <a:avLst/>
            </a:prstGeom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4D49C23-F622-06A6-B15C-24F877A68399}"/>
              </a:ext>
            </a:extLst>
          </p:cNvPr>
          <p:cNvCxnSpPr>
            <a:cxnSpLocks/>
          </p:cNvCxnSpPr>
          <p:nvPr/>
        </p:nvCxnSpPr>
        <p:spPr bwMode="auto">
          <a:xfrm flipV="1">
            <a:off x="2478247" y="4039587"/>
            <a:ext cx="405923" cy="44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6D53549-391E-D7F3-1C18-B78AA59C7944}"/>
              </a:ext>
            </a:extLst>
          </p:cNvPr>
          <p:cNvCxnSpPr>
            <a:cxnSpLocks/>
          </p:cNvCxnSpPr>
          <p:nvPr/>
        </p:nvCxnSpPr>
        <p:spPr bwMode="auto">
          <a:xfrm>
            <a:off x="4425792" y="4043997"/>
            <a:ext cx="370999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53FDDC8-3459-6FB4-4E4E-9A0172F617AC}"/>
              </a:ext>
            </a:extLst>
          </p:cNvPr>
          <p:cNvCxnSpPr>
            <a:cxnSpLocks/>
          </p:cNvCxnSpPr>
          <p:nvPr/>
        </p:nvCxnSpPr>
        <p:spPr bwMode="auto">
          <a:xfrm>
            <a:off x="8282357" y="4066641"/>
            <a:ext cx="214697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BE14A3-23ED-B170-7441-A964FEE6CD0E}"/>
              </a:ext>
            </a:extLst>
          </p:cNvPr>
          <p:cNvCxnSpPr>
            <a:cxnSpLocks/>
          </p:cNvCxnSpPr>
          <p:nvPr/>
        </p:nvCxnSpPr>
        <p:spPr bwMode="auto">
          <a:xfrm>
            <a:off x="6339047" y="4013517"/>
            <a:ext cx="130528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FDDD843-937F-10AB-1523-2DB59C4E3AF6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54561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E53F315-689B-BF97-5040-442513060EDF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4114810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56ABF45-7274-333F-3CD6-EEB0255B56A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28775" y="6048675"/>
            <a:ext cx="10123447" cy="12154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EFEC207-E99E-88D9-BEF9-5387B31940C0}"/>
              </a:ext>
            </a:extLst>
          </p:cNvPr>
          <p:cNvCxnSpPr>
            <a:cxnSpLocks/>
          </p:cNvCxnSpPr>
          <p:nvPr/>
        </p:nvCxnSpPr>
        <p:spPr bwMode="auto">
          <a:xfrm flipV="1">
            <a:off x="1665527" y="4652009"/>
            <a:ext cx="1" cy="140882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5739D4B-0EE4-369F-3584-7825AB7F7DBA}"/>
              </a:ext>
            </a:extLst>
          </p:cNvPr>
          <p:cNvSpPr txBox="1"/>
          <p:nvPr/>
        </p:nvSpPr>
        <p:spPr>
          <a:xfrm>
            <a:off x="503239" y="7438870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Source: </a:t>
            </a:r>
            <a:r>
              <a:rPr kumimoji="0" lang="en-US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Ngene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 LLC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8209ADC-A923-E244-0F4B-C34EEE78B9F5}"/>
              </a:ext>
            </a:extLst>
          </p:cNvPr>
          <p:cNvSpPr/>
          <p:nvPr/>
        </p:nvSpPr>
        <p:spPr bwMode="auto">
          <a:xfrm>
            <a:off x="10469918" y="6146022"/>
            <a:ext cx="1138147" cy="118413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97E208-3553-5383-10C3-E8BE75A50F5A}"/>
              </a:ext>
            </a:extLst>
          </p:cNvPr>
          <p:cNvSpPr txBox="1"/>
          <p:nvPr/>
        </p:nvSpPr>
        <p:spPr>
          <a:xfrm>
            <a:off x="10577895" y="6466747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GPU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64C7086-990E-E492-3D3B-902D3304BF79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97997" y="64086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6620353-928C-A337-8816-03DD03521DE0}"/>
              </a:ext>
            </a:extLst>
          </p:cNvPr>
          <p:cNvCxnSpPr>
            <a:cxnSpLocks/>
          </p:cNvCxnSpPr>
          <p:nvPr/>
        </p:nvCxnSpPr>
        <p:spPr bwMode="auto">
          <a:xfrm flipV="1">
            <a:off x="5422900" y="5362041"/>
            <a:ext cx="5044529" cy="3727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E3DAECF-2CE9-BD1F-2192-32972BC89A3A}"/>
              </a:ext>
            </a:extLst>
          </p:cNvPr>
          <p:cNvCxnSpPr>
            <a:cxnSpLocks/>
          </p:cNvCxnSpPr>
          <p:nvPr/>
        </p:nvCxnSpPr>
        <p:spPr bwMode="auto">
          <a:xfrm flipV="1">
            <a:off x="5450682" y="4652009"/>
            <a:ext cx="0" cy="77791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B1EA493-2858-3609-3163-A5578555E461}"/>
              </a:ext>
            </a:extLst>
          </p:cNvPr>
          <p:cNvSpPr/>
          <p:nvPr/>
        </p:nvSpPr>
        <p:spPr bwMode="auto">
          <a:xfrm>
            <a:off x="753781" y="2527459"/>
            <a:ext cx="1878969" cy="2317955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3C3CFB-14AD-94D0-E665-2FB07A169300}"/>
              </a:ext>
            </a:extLst>
          </p:cNvPr>
          <p:cNvSpPr/>
          <p:nvPr/>
        </p:nvSpPr>
        <p:spPr bwMode="auto">
          <a:xfrm>
            <a:off x="7632197" y="3585326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53864E6-80A3-EBCB-BF68-1AF1F8F5BBA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25470" y="3694552"/>
            <a:ext cx="1165627" cy="78763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24CEF7A-F5C5-B453-7FF0-D47F7A6CFDE8}"/>
              </a:ext>
            </a:extLst>
          </p:cNvPr>
          <p:cNvSpPr txBox="1"/>
          <p:nvPr/>
        </p:nvSpPr>
        <p:spPr>
          <a:xfrm>
            <a:off x="7644329" y="2849279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Quantization</a:t>
            </a:r>
          </a:p>
        </p:txBody>
      </p:sp>
    </p:spTree>
    <p:extLst>
      <p:ext uri="{BB962C8B-B14F-4D97-AF65-F5344CB8AC3E}">
        <p14:creationId xmlns:p14="http://schemas.microsoft.com/office/powerpoint/2010/main" val="13324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CDD2-1D58-09FE-14CC-3EFBC361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CBCC5F-7959-31B8-13CB-D0122F67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Representation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9D7DA-826E-0477-B050-FE59593CC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5"/>
          <a:stretch>
            <a:fillRect/>
          </a:stretch>
        </p:blipFill>
        <p:spPr>
          <a:xfrm>
            <a:off x="1585829" y="2790226"/>
            <a:ext cx="4259552" cy="32674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A7E471-E2D6-0BBB-B003-5CA9885B9C6A}"/>
              </a:ext>
            </a:extLst>
          </p:cNvPr>
          <p:cNvSpPr txBox="1"/>
          <p:nvPr/>
        </p:nvSpPr>
        <p:spPr>
          <a:xfrm>
            <a:off x="2622998" y="2241586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561BAB-4265-2D26-8B58-84DEB3871BEB}"/>
              </a:ext>
            </a:extLst>
          </p:cNvPr>
          <p:cNvSpPr txBox="1"/>
          <p:nvPr/>
        </p:nvSpPr>
        <p:spPr>
          <a:xfrm>
            <a:off x="9338787" y="986800"/>
            <a:ext cx="2629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Object Detection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3D44AB-BD24-D5FD-8C50-1992D8EC7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1" y="1449418"/>
            <a:ext cx="5660418" cy="27488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E14106-C714-32AF-5E83-725D4B07EB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23202" y="4767612"/>
            <a:ext cx="5660417" cy="27488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4A9361-2A93-C2D5-0314-E2F232C6EE26}"/>
              </a:ext>
            </a:extLst>
          </p:cNvPr>
          <p:cNvSpPr txBox="1"/>
          <p:nvPr/>
        </p:nvSpPr>
        <p:spPr>
          <a:xfrm>
            <a:off x="8808995" y="4303141"/>
            <a:ext cx="368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Pixelwise Segmentation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7902A5-4592-A594-6188-D770537AE7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66" t="54612" r="90056" b="14727"/>
          <a:stretch>
            <a:fillRect/>
          </a:stretch>
        </p:blipFill>
        <p:spPr>
          <a:xfrm>
            <a:off x="13217713" y="240141"/>
            <a:ext cx="1141679" cy="11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2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1306-85CD-9F07-0D7B-70147696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9A1B35D-60C4-BADF-4B26-D4B12CBFB956}"/>
              </a:ext>
            </a:extLst>
          </p:cNvPr>
          <p:cNvSpPr/>
          <p:nvPr/>
        </p:nvSpPr>
        <p:spPr bwMode="auto">
          <a:xfrm>
            <a:off x="11716041" y="3565430"/>
            <a:ext cx="701727" cy="3106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I/O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479E32-4EA0-ACB6-E558-E169B0686B96}"/>
              </a:ext>
            </a:extLst>
          </p:cNvPr>
          <p:cNvSpPr/>
          <p:nvPr/>
        </p:nvSpPr>
        <p:spPr bwMode="auto">
          <a:xfrm>
            <a:off x="10312042" y="3063019"/>
            <a:ext cx="1453901" cy="3609047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vert="horz" wrap="square" rtlCol="0" anchor="b" anchorCtr="0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5C5A82-71C1-FD6A-9526-7317676D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Integrating AI Inference with NI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645B17-637A-1B2A-B94E-42831AD808E0}"/>
              </a:ext>
            </a:extLst>
          </p:cNvPr>
          <p:cNvSpPr/>
          <p:nvPr/>
        </p:nvSpPr>
        <p:spPr bwMode="auto">
          <a:xfrm>
            <a:off x="937261" y="3566701"/>
            <a:ext cx="1543050" cy="1085308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F7780-6A2B-D360-2BA8-CE7C5731553C}"/>
              </a:ext>
            </a:extLst>
          </p:cNvPr>
          <p:cNvSpPr/>
          <p:nvPr/>
        </p:nvSpPr>
        <p:spPr bwMode="auto">
          <a:xfrm>
            <a:off x="2884171" y="3566701"/>
            <a:ext cx="1543050" cy="1085308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0D945-2F57-86B7-DD1A-C6835B6049F8}"/>
              </a:ext>
            </a:extLst>
          </p:cNvPr>
          <p:cNvSpPr/>
          <p:nvPr/>
        </p:nvSpPr>
        <p:spPr bwMode="auto">
          <a:xfrm>
            <a:off x="4796791" y="3566701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923D-937E-9DFE-2B03-34E6BF8608C5}"/>
              </a:ext>
            </a:extLst>
          </p:cNvPr>
          <p:cNvSpPr/>
          <p:nvPr/>
        </p:nvSpPr>
        <p:spPr bwMode="auto">
          <a:xfrm>
            <a:off x="10473119" y="4732496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9D96C-BD1E-AD82-4441-D6060B8B5512}"/>
              </a:ext>
            </a:extLst>
          </p:cNvPr>
          <p:cNvSpPr/>
          <p:nvPr/>
        </p:nvSpPr>
        <p:spPr bwMode="auto">
          <a:xfrm>
            <a:off x="10473119" y="3300580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65FB25-5CE5-D0CB-87EA-7D5654B75E87}"/>
              </a:ext>
            </a:extLst>
          </p:cNvPr>
          <p:cNvSpPr txBox="1"/>
          <p:nvPr/>
        </p:nvSpPr>
        <p:spPr>
          <a:xfrm>
            <a:off x="937261" y="2834203"/>
            <a:ext cx="1543050" cy="736047"/>
          </a:xfrm>
          <a:prstGeom prst="rect">
            <a:avLst/>
          </a:prstGeom>
          <a:solidFill>
            <a:schemeClr val="tx2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F859E-36C4-40AC-380F-5FA6A341F1E2}"/>
              </a:ext>
            </a:extLst>
          </p:cNvPr>
          <p:cNvSpPr txBox="1"/>
          <p:nvPr/>
        </p:nvSpPr>
        <p:spPr>
          <a:xfrm>
            <a:off x="2884170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7CC228-EEF1-5016-8EB0-95718F04785E}"/>
              </a:ext>
            </a:extLst>
          </p:cNvPr>
          <p:cNvSpPr txBox="1"/>
          <p:nvPr/>
        </p:nvSpPr>
        <p:spPr>
          <a:xfrm>
            <a:off x="4800601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Optimization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6CD5ED7-5E33-7971-E03F-D5819A9D8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1987" y="3659491"/>
            <a:ext cx="1061082" cy="845872"/>
          </a:xfrm>
          <a:prstGeom prst="rect">
            <a:avLst/>
          </a:prstGeom>
        </p:spPr>
      </p:pic>
      <p:pic>
        <p:nvPicPr>
          <p:cNvPr id="29" name="Graphic 28" descr="Remote learning language outline">
            <a:extLst>
              <a:ext uri="{FF2B5EF4-FFF2-40B4-BE49-F238E27FC236}">
                <a16:creationId xmlns:a16="http://schemas.microsoft.com/office/drawing/2014/main" id="{95D9857C-B253-AA1B-86C8-1A9B03643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0164" y="3625227"/>
            <a:ext cx="914400" cy="914400"/>
          </a:xfrm>
          <a:prstGeom prst="rect">
            <a:avLst/>
          </a:prstGeom>
        </p:spPr>
      </p:pic>
      <p:pic>
        <p:nvPicPr>
          <p:cNvPr id="32" name="Graphic 31" descr="Statistics with solid fill">
            <a:extLst>
              <a:ext uri="{FF2B5EF4-FFF2-40B4-BE49-F238E27FC236}">
                <a16:creationId xmlns:a16="http://schemas.microsoft.com/office/drawing/2014/main" id="{DAF7F957-301B-82F6-FED4-EE38CFBF57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2640" y="3703613"/>
            <a:ext cx="787652" cy="78765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B249ABF-2857-9B99-1620-A0CDBBF81887}"/>
              </a:ext>
            </a:extLst>
          </p:cNvPr>
          <p:cNvSpPr txBox="1"/>
          <p:nvPr/>
        </p:nvSpPr>
        <p:spPr>
          <a:xfrm>
            <a:off x="10577895" y="4937649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C99069-B22A-0735-DE1D-7C006911A36B}"/>
              </a:ext>
            </a:extLst>
          </p:cNvPr>
          <p:cNvSpPr txBox="1"/>
          <p:nvPr/>
        </p:nvSpPr>
        <p:spPr>
          <a:xfrm>
            <a:off x="10473120" y="3577922"/>
            <a:ext cx="115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FPGA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C18E97-AC5A-EE7B-E12C-C4AAD5213282}"/>
              </a:ext>
            </a:extLst>
          </p:cNvPr>
          <p:cNvGrpSpPr/>
          <p:nvPr/>
        </p:nvGrpSpPr>
        <p:grpSpPr>
          <a:xfrm>
            <a:off x="9577478" y="1496765"/>
            <a:ext cx="3415637" cy="1420666"/>
            <a:chOff x="0" y="1232940"/>
            <a:chExt cx="9754770" cy="500026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F2022D3-733B-AE21-C413-B71F33B1D1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679" t="17591" r="6679" b="11064"/>
            <a:stretch/>
          </p:blipFill>
          <p:spPr>
            <a:xfrm>
              <a:off x="0" y="1232940"/>
              <a:ext cx="9754770" cy="5000260"/>
            </a:xfrm>
            <a:prstGeom prst="rect">
              <a:avLst/>
            </a:prstGeom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4449341-EC9A-F3DB-9281-6D566CF22F2F}"/>
              </a:ext>
            </a:extLst>
          </p:cNvPr>
          <p:cNvCxnSpPr>
            <a:cxnSpLocks/>
          </p:cNvCxnSpPr>
          <p:nvPr/>
        </p:nvCxnSpPr>
        <p:spPr bwMode="auto">
          <a:xfrm flipV="1">
            <a:off x="2478247" y="4039587"/>
            <a:ext cx="405923" cy="44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569861-66FC-F235-E577-2166A6698F50}"/>
              </a:ext>
            </a:extLst>
          </p:cNvPr>
          <p:cNvCxnSpPr>
            <a:cxnSpLocks/>
          </p:cNvCxnSpPr>
          <p:nvPr/>
        </p:nvCxnSpPr>
        <p:spPr bwMode="auto">
          <a:xfrm>
            <a:off x="4425792" y="4043997"/>
            <a:ext cx="370999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7B2809E-6292-B4FE-61E0-B0FC6018010D}"/>
              </a:ext>
            </a:extLst>
          </p:cNvPr>
          <p:cNvCxnSpPr>
            <a:cxnSpLocks/>
          </p:cNvCxnSpPr>
          <p:nvPr/>
        </p:nvCxnSpPr>
        <p:spPr bwMode="auto">
          <a:xfrm>
            <a:off x="8282357" y="4066641"/>
            <a:ext cx="214697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258335-6F21-6B4E-2A8F-651EC05683D0}"/>
              </a:ext>
            </a:extLst>
          </p:cNvPr>
          <p:cNvCxnSpPr>
            <a:cxnSpLocks/>
          </p:cNvCxnSpPr>
          <p:nvPr/>
        </p:nvCxnSpPr>
        <p:spPr bwMode="auto">
          <a:xfrm>
            <a:off x="6339047" y="4013517"/>
            <a:ext cx="130528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C4C9FE-0F2F-606F-E541-AC2C45694DEB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54561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16F2EF2-BA10-687D-C518-4D30B7A6FDF9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4114810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95D1639-1CA9-5D83-7524-806823CB44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28775" y="6048675"/>
            <a:ext cx="10123447" cy="12154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6BDD28-C248-A8AE-56A4-5ED2E69EBA5F}"/>
              </a:ext>
            </a:extLst>
          </p:cNvPr>
          <p:cNvCxnSpPr>
            <a:cxnSpLocks/>
          </p:cNvCxnSpPr>
          <p:nvPr/>
        </p:nvCxnSpPr>
        <p:spPr bwMode="auto">
          <a:xfrm flipV="1">
            <a:off x="1665527" y="4652009"/>
            <a:ext cx="1" cy="140882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7E40D8C-0D40-809C-6BA6-10F8BA2B80C9}"/>
              </a:ext>
            </a:extLst>
          </p:cNvPr>
          <p:cNvSpPr txBox="1"/>
          <p:nvPr/>
        </p:nvSpPr>
        <p:spPr>
          <a:xfrm>
            <a:off x="503239" y="7438870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Source: </a:t>
            </a:r>
            <a:r>
              <a:rPr kumimoji="0" lang="en-US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Ngene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 LLC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054E1DD-027A-4D75-FBA1-E343535FCE4B}"/>
              </a:ext>
            </a:extLst>
          </p:cNvPr>
          <p:cNvSpPr/>
          <p:nvPr/>
        </p:nvSpPr>
        <p:spPr bwMode="auto">
          <a:xfrm>
            <a:off x="10469918" y="6146022"/>
            <a:ext cx="1138147" cy="118413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3A0D1E-B6E4-A861-A6EA-06666BBD04C8}"/>
              </a:ext>
            </a:extLst>
          </p:cNvPr>
          <p:cNvSpPr txBox="1"/>
          <p:nvPr/>
        </p:nvSpPr>
        <p:spPr>
          <a:xfrm>
            <a:off x="10577895" y="6466747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GPU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9626DC8-8C16-2DB2-F667-F81EFEC5A6B1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97997" y="64086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B2C1C17-79C5-F8A1-8E7A-038CE458F258}"/>
              </a:ext>
            </a:extLst>
          </p:cNvPr>
          <p:cNvCxnSpPr>
            <a:cxnSpLocks/>
          </p:cNvCxnSpPr>
          <p:nvPr/>
        </p:nvCxnSpPr>
        <p:spPr bwMode="auto">
          <a:xfrm flipV="1">
            <a:off x="5422900" y="5362041"/>
            <a:ext cx="5044529" cy="3727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87C6394-A02A-E12B-0DE7-CC12FEC107D2}"/>
              </a:ext>
            </a:extLst>
          </p:cNvPr>
          <p:cNvCxnSpPr>
            <a:cxnSpLocks/>
          </p:cNvCxnSpPr>
          <p:nvPr/>
        </p:nvCxnSpPr>
        <p:spPr bwMode="auto">
          <a:xfrm flipV="1">
            <a:off x="5450682" y="4652009"/>
            <a:ext cx="0" cy="77791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BA11764-66F6-DFF3-9AA9-F4D26B3CB550}"/>
              </a:ext>
            </a:extLst>
          </p:cNvPr>
          <p:cNvSpPr/>
          <p:nvPr/>
        </p:nvSpPr>
        <p:spPr bwMode="auto">
          <a:xfrm>
            <a:off x="2688989" y="2538317"/>
            <a:ext cx="1878969" cy="2317955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42F199-EC0F-F7C4-FC9C-630A0A5D8C06}"/>
              </a:ext>
            </a:extLst>
          </p:cNvPr>
          <p:cNvSpPr/>
          <p:nvPr/>
        </p:nvSpPr>
        <p:spPr bwMode="auto">
          <a:xfrm>
            <a:off x="7632197" y="3585326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47973F84-61A1-D728-3F98-A3F963D0D9A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25470" y="3694552"/>
            <a:ext cx="1165627" cy="78763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036F929-604E-CAF0-39AE-3B79DF4A9FFC}"/>
              </a:ext>
            </a:extLst>
          </p:cNvPr>
          <p:cNvSpPr txBox="1"/>
          <p:nvPr/>
        </p:nvSpPr>
        <p:spPr>
          <a:xfrm>
            <a:off x="7644329" y="2849279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Quantization</a:t>
            </a:r>
          </a:p>
        </p:txBody>
      </p:sp>
    </p:spTree>
    <p:extLst>
      <p:ext uri="{BB962C8B-B14F-4D97-AF65-F5344CB8AC3E}">
        <p14:creationId xmlns:p14="http://schemas.microsoft.com/office/powerpoint/2010/main" val="305600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648DDE9-37C0-339B-F8F6-68E9F8A9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4757"/>
            <a:ext cx="14630400" cy="49600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6E286E-DA2C-FA52-1A12-EEE809E1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Neural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4981A-4ADD-A650-4500-31776D0BD75B}"/>
              </a:ext>
            </a:extLst>
          </p:cNvPr>
          <p:cNvSpPr txBox="1"/>
          <p:nvPr/>
        </p:nvSpPr>
        <p:spPr>
          <a:xfrm>
            <a:off x="304800" y="6883684"/>
            <a:ext cx="1050288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1. Dataset </a:t>
            </a:r>
          </a:p>
          <a:p>
            <a:r>
              <a:rPr lang="en-US" sz="1400" dirty="0"/>
              <a:t>Reading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32C46-DC7F-15F7-4675-04F149DE6F59}"/>
              </a:ext>
            </a:extLst>
          </p:cNvPr>
          <p:cNvSpPr txBox="1"/>
          <p:nvPr/>
        </p:nvSpPr>
        <p:spPr>
          <a:xfrm>
            <a:off x="2097024" y="5529649"/>
            <a:ext cx="5718048" cy="3077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2. Model Creation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61A4A-A4AD-B5E8-3912-5DD9667A79E6}"/>
              </a:ext>
            </a:extLst>
          </p:cNvPr>
          <p:cNvSpPr txBox="1"/>
          <p:nvPr/>
        </p:nvSpPr>
        <p:spPr>
          <a:xfrm>
            <a:off x="8839708" y="3950130"/>
            <a:ext cx="936244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3. Loss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9A698A-599E-8107-1B04-FF6ED972D55E}"/>
              </a:ext>
            </a:extLst>
          </p:cNvPr>
          <p:cNvSpPr txBox="1"/>
          <p:nvPr/>
        </p:nvSpPr>
        <p:spPr>
          <a:xfrm>
            <a:off x="9973056" y="3950130"/>
            <a:ext cx="936244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4. Train</a:t>
            </a:r>
          </a:p>
          <a:p>
            <a:pPr algn="ctr"/>
            <a:r>
              <a:rPr lang="en-US" sz="1400" dirty="0"/>
              <a:t>Config.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E4C6C4-9B04-35AF-3FE2-25DAE5AEEFEC}"/>
              </a:ext>
            </a:extLst>
          </p:cNvPr>
          <p:cNvSpPr txBox="1"/>
          <p:nvPr/>
        </p:nvSpPr>
        <p:spPr>
          <a:xfrm>
            <a:off x="11033760" y="3344044"/>
            <a:ext cx="2292096" cy="30777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5. Training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CE9E58-873A-BF65-740B-7F1EA0C9D167}"/>
              </a:ext>
            </a:extLst>
          </p:cNvPr>
          <p:cNvSpPr txBox="1"/>
          <p:nvPr/>
        </p:nvSpPr>
        <p:spPr>
          <a:xfrm>
            <a:off x="13447776" y="3344044"/>
            <a:ext cx="1060704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6. Model</a:t>
            </a:r>
          </a:p>
          <a:p>
            <a:pPr algn="ctr"/>
            <a:r>
              <a:rPr lang="en-US" sz="1400" dirty="0"/>
              <a:t>Saving</a:t>
            </a:r>
          </a:p>
        </p:txBody>
      </p:sp>
    </p:spTree>
    <p:extLst>
      <p:ext uri="{BB962C8B-B14F-4D97-AF65-F5344CB8AC3E}">
        <p14:creationId xmlns:p14="http://schemas.microsoft.com/office/powerpoint/2010/main" val="52493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45E970-8339-986F-BEFA-CFC6E945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Examples for Different Applications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40DDA55-574D-5D61-008C-2E4A5DB32AD4}"/>
              </a:ext>
            </a:extLst>
          </p:cNvPr>
          <p:cNvSpPr txBox="1">
            <a:spLocks/>
          </p:cNvSpPr>
          <p:nvPr/>
        </p:nvSpPr>
        <p:spPr>
          <a:xfrm>
            <a:off x="742253" y="1700528"/>
            <a:ext cx="12242227" cy="60657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5416" indent="-225416" algn="l" defTabSz="1462981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225416" algn="l"/>
              </a:tabLst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1pPr>
            <a:lvl2pPr marL="627038" indent="-287327" algn="l" defTabSz="1462981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2pPr>
            <a:lvl3pPr marL="914364" indent="-225416" algn="l" defTabSz="1462981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3pPr>
            <a:lvl4pPr marL="1254074" indent="-277802" algn="l" defTabSz="1462981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4pPr>
            <a:lvl5pPr marL="1541401" indent="-227004" algn="l" defTabSz="1462981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Arial" panose="020B0604020202020204" pitchFamily="34" charset="0"/>
              </a:defRPr>
            </a:lvl5pPr>
            <a:lvl6pPr marL="4023199" indent="-365746" algn="l" defTabSz="146298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690" indent="-365746" algn="l" defTabSz="146298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180" indent="-365746" algn="l" defTabSz="146298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672" indent="-365746" algn="l" defTabSz="146298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/>
              <a:t>Basic Examples/ </a:t>
            </a:r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2"/>
              </a:rPr>
              <a:t>1.1 Simple Logistic Regression - Boolean Operations</a:t>
            </a:r>
            <a:endParaRPr lang="en-US" sz="1400" dirty="0"/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3"/>
              </a:rPr>
              <a:t>1.2 Multi-Output Logistic Regression - 8bit Adder</a:t>
            </a:r>
            <a:endParaRPr lang="en-US" sz="1400" dirty="0"/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4"/>
              </a:rPr>
              <a:t>1.3 Linear Regression - Celsius to Fahrenheit Conversion</a:t>
            </a:r>
            <a:endParaRPr lang="en-US" sz="1400" dirty="0"/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5"/>
              </a:rPr>
              <a:t>1.4 Multi-Output Non-Linear Regression - Sin(x) &amp; Cos(x)</a:t>
            </a:r>
            <a:endParaRPr 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/>
              <a:t>Waveform/Signal Processing</a:t>
            </a:r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6"/>
              </a:rPr>
              <a:t>2.1 Waveform Signal Classification</a:t>
            </a:r>
            <a:endParaRPr lang="en-US" sz="1400" dirty="0"/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7"/>
              </a:rPr>
              <a:t>2.2 Waveform Signal Regression</a:t>
            </a:r>
            <a:endParaRPr lang="en-US" sz="1400" dirty="0"/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8"/>
              </a:rPr>
              <a:t>2.3 Power Line Fault Classification</a:t>
            </a:r>
            <a:endParaRPr lang="en-US" sz="1400" dirty="0"/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9"/>
              </a:rPr>
              <a:t>2.4 Waveform Anomaly Detection</a:t>
            </a:r>
            <a:endParaRPr lang="en-US" sz="1400" dirty="0"/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/>
              <a:t>2.5 Speech Recognition (WF Classification) (TBD)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/>
              <a:t>Computer Vision</a:t>
            </a:r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10"/>
              </a:rPr>
              <a:t>3.1 Image Regression</a:t>
            </a:r>
            <a:endParaRPr lang="en-US" sz="1400" dirty="0"/>
          </a:p>
          <a:p>
            <a:pPr marL="457189" lvl="1" indent="0" algn="just">
              <a:buFont typeface="Arial" panose="020B0604020202020204" pitchFamily="34" charset="0"/>
              <a:buNone/>
            </a:pPr>
            <a:r>
              <a:rPr lang="en-US" sz="1400" dirty="0">
                <a:hlinkClick r:id="rId11"/>
              </a:rPr>
              <a:t>3.2 Image Classification</a:t>
            </a:r>
            <a:endParaRPr lang="en-US" sz="1400" dirty="0"/>
          </a:p>
          <a:p>
            <a:pPr marL="457189" lvl="1" indent="0" algn="just">
              <a:buFont typeface="Arial" panose="020B0604020202020204" pitchFamily="34" charset="0"/>
              <a:buNone/>
            </a:pPr>
            <a:r>
              <a:rPr lang="en-US" sz="1400" dirty="0">
                <a:hlinkClick r:id="rId12"/>
              </a:rPr>
              <a:t>3.3 Object Detection (YOLO v2/4)</a:t>
            </a:r>
            <a:endParaRPr lang="en-US" sz="1400" dirty="0"/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/>
              <a:t>3.4 Semantic Segmentation (U-Net)(TBD)</a:t>
            </a:r>
          </a:p>
          <a:p>
            <a:pPr marL="457189" lvl="1" indent="0">
              <a:buFont typeface="Arial" panose="020B0604020202020204" pitchFamily="34" charset="0"/>
              <a:buNone/>
            </a:pPr>
            <a:r>
              <a:rPr lang="en-US" sz="1400" dirty="0">
                <a:hlinkClick r:id="rId13"/>
              </a:rPr>
              <a:t>3.6 Visual Anomaly Detection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63FD8-8667-C378-75E3-381E5AFFD829}"/>
              </a:ext>
            </a:extLst>
          </p:cNvPr>
          <p:cNvSpPr txBox="1"/>
          <p:nvPr/>
        </p:nvSpPr>
        <p:spPr>
          <a:xfrm>
            <a:off x="6693279" y="5743729"/>
            <a:ext cx="5852290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GitHub: </a:t>
            </a:r>
            <a:r>
              <a:rPr lang="en-US" sz="1600" dirty="0">
                <a:hlinkClick r:id="rId14"/>
              </a:rPr>
              <a:t>https://github.com/ngenehub/deepltk_examples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/>
              <a:t>Tutorials: </a:t>
            </a:r>
            <a:r>
              <a:rPr lang="en-US" sz="1600" dirty="0">
                <a:hlinkClick r:id="rId15"/>
              </a:rPr>
              <a:t>https://www.ngene.co/blog/categories/deepltk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5501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1306-85CD-9F07-0D7B-70147696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9A1B35D-60C4-BADF-4B26-D4B12CBFB956}"/>
              </a:ext>
            </a:extLst>
          </p:cNvPr>
          <p:cNvSpPr/>
          <p:nvPr/>
        </p:nvSpPr>
        <p:spPr bwMode="auto">
          <a:xfrm>
            <a:off x="11716041" y="3565430"/>
            <a:ext cx="701727" cy="3106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I/O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479E32-4EA0-ACB6-E558-E169B0686B96}"/>
              </a:ext>
            </a:extLst>
          </p:cNvPr>
          <p:cNvSpPr/>
          <p:nvPr/>
        </p:nvSpPr>
        <p:spPr bwMode="auto">
          <a:xfrm>
            <a:off x="10312042" y="3187700"/>
            <a:ext cx="1453901" cy="3484366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vert="horz" wrap="square" rtlCol="0" anchor="b" anchorCtr="0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5C5A82-71C1-FD6A-9526-7317676D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Integrating AI Inference with NI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645B17-637A-1B2A-B94E-42831AD808E0}"/>
              </a:ext>
            </a:extLst>
          </p:cNvPr>
          <p:cNvSpPr/>
          <p:nvPr/>
        </p:nvSpPr>
        <p:spPr bwMode="auto">
          <a:xfrm>
            <a:off x="937261" y="3566701"/>
            <a:ext cx="1543050" cy="1085308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F7780-6A2B-D360-2BA8-CE7C5731553C}"/>
              </a:ext>
            </a:extLst>
          </p:cNvPr>
          <p:cNvSpPr/>
          <p:nvPr/>
        </p:nvSpPr>
        <p:spPr bwMode="auto">
          <a:xfrm>
            <a:off x="2884171" y="3566701"/>
            <a:ext cx="1543050" cy="1085308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0D945-2F57-86B7-DD1A-C6835B6049F8}"/>
              </a:ext>
            </a:extLst>
          </p:cNvPr>
          <p:cNvSpPr/>
          <p:nvPr/>
        </p:nvSpPr>
        <p:spPr bwMode="auto">
          <a:xfrm>
            <a:off x="4796791" y="3566701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923D-937E-9DFE-2B03-34E6BF8608C5}"/>
              </a:ext>
            </a:extLst>
          </p:cNvPr>
          <p:cNvSpPr/>
          <p:nvPr/>
        </p:nvSpPr>
        <p:spPr bwMode="auto">
          <a:xfrm>
            <a:off x="10473119" y="4732496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9D96C-BD1E-AD82-4441-D6060B8B5512}"/>
              </a:ext>
            </a:extLst>
          </p:cNvPr>
          <p:cNvSpPr/>
          <p:nvPr/>
        </p:nvSpPr>
        <p:spPr bwMode="auto">
          <a:xfrm>
            <a:off x="10473119" y="3300580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65FB25-5CE5-D0CB-87EA-7D5654B75E87}"/>
              </a:ext>
            </a:extLst>
          </p:cNvPr>
          <p:cNvSpPr txBox="1"/>
          <p:nvPr/>
        </p:nvSpPr>
        <p:spPr>
          <a:xfrm>
            <a:off x="937261" y="2834203"/>
            <a:ext cx="1543050" cy="736047"/>
          </a:xfrm>
          <a:prstGeom prst="rect">
            <a:avLst/>
          </a:prstGeom>
          <a:solidFill>
            <a:schemeClr val="tx2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F859E-36C4-40AC-380F-5FA6A341F1E2}"/>
              </a:ext>
            </a:extLst>
          </p:cNvPr>
          <p:cNvSpPr txBox="1"/>
          <p:nvPr/>
        </p:nvSpPr>
        <p:spPr>
          <a:xfrm>
            <a:off x="2884170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7CC228-EEF1-5016-8EB0-95718F04785E}"/>
              </a:ext>
            </a:extLst>
          </p:cNvPr>
          <p:cNvSpPr txBox="1"/>
          <p:nvPr/>
        </p:nvSpPr>
        <p:spPr>
          <a:xfrm>
            <a:off x="4800601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Optimization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6CD5ED7-5E33-7971-E03F-D5819A9D8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1987" y="3659491"/>
            <a:ext cx="1061082" cy="845872"/>
          </a:xfrm>
          <a:prstGeom prst="rect">
            <a:avLst/>
          </a:prstGeom>
        </p:spPr>
      </p:pic>
      <p:pic>
        <p:nvPicPr>
          <p:cNvPr id="29" name="Graphic 28" descr="Remote learning language outline">
            <a:extLst>
              <a:ext uri="{FF2B5EF4-FFF2-40B4-BE49-F238E27FC236}">
                <a16:creationId xmlns:a16="http://schemas.microsoft.com/office/drawing/2014/main" id="{95D9857C-B253-AA1B-86C8-1A9B03643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0164" y="3625227"/>
            <a:ext cx="914400" cy="914400"/>
          </a:xfrm>
          <a:prstGeom prst="rect">
            <a:avLst/>
          </a:prstGeom>
        </p:spPr>
      </p:pic>
      <p:pic>
        <p:nvPicPr>
          <p:cNvPr id="32" name="Graphic 31" descr="Statistics with solid fill">
            <a:extLst>
              <a:ext uri="{FF2B5EF4-FFF2-40B4-BE49-F238E27FC236}">
                <a16:creationId xmlns:a16="http://schemas.microsoft.com/office/drawing/2014/main" id="{DAF7F957-301B-82F6-FED4-EE38CFBF57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2640" y="3703613"/>
            <a:ext cx="787652" cy="78765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B249ABF-2857-9B99-1620-A0CDBBF81887}"/>
              </a:ext>
            </a:extLst>
          </p:cNvPr>
          <p:cNvSpPr txBox="1"/>
          <p:nvPr/>
        </p:nvSpPr>
        <p:spPr>
          <a:xfrm>
            <a:off x="10577895" y="4937649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C99069-B22A-0735-DE1D-7C006911A36B}"/>
              </a:ext>
            </a:extLst>
          </p:cNvPr>
          <p:cNvSpPr txBox="1"/>
          <p:nvPr/>
        </p:nvSpPr>
        <p:spPr>
          <a:xfrm>
            <a:off x="10473120" y="3577922"/>
            <a:ext cx="115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FPGA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C18E97-AC5A-EE7B-E12C-C4AAD5213282}"/>
              </a:ext>
            </a:extLst>
          </p:cNvPr>
          <p:cNvGrpSpPr/>
          <p:nvPr/>
        </p:nvGrpSpPr>
        <p:grpSpPr>
          <a:xfrm>
            <a:off x="9577478" y="809475"/>
            <a:ext cx="3415637" cy="1420666"/>
            <a:chOff x="0" y="1232940"/>
            <a:chExt cx="9754770" cy="500026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F2022D3-733B-AE21-C413-B71F33B1D1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679" t="17591" r="6679" b="11064"/>
            <a:stretch/>
          </p:blipFill>
          <p:spPr>
            <a:xfrm>
              <a:off x="0" y="1232940"/>
              <a:ext cx="9754770" cy="5000260"/>
            </a:xfrm>
            <a:prstGeom prst="rect">
              <a:avLst/>
            </a:prstGeom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4449341-EC9A-F3DB-9281-6D566CF22F2F}"/>
              </a:ext>
            </a:extLst>
          </p:cNvPr>
          <p:cNvCxnSpPr>
            <a:cxnSpLocks/>
          </p:cNvCxnSpPr>
          <p:nvPr/>
        </p:nvCxnSpPr>
        <p:spPr bwMode="auto">
          <a:xfrm flipV="1">
            <a:off x="2478247" y="4039587"/>
            <a:ext cx="405923" cy="44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0569861-66FC-F235-E577-2166A6698F50}"/>
              </a:ext>
            </a:extLst>
          </p:cNvPr>
          <p:cNvCxnSpPr>
            <a:cxnSpLocks/>
          </p:cNvCxnSpPr>
          <p:nvPr/>
        </p:nvCxnSpPr>
        <p:spPr bwMode="auto">
          <a:xfrm>
            <a:off x="4425792" y="4043997"/>
            <a:ext cx="370999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7B2809E-6292-B4FE-61E0-B0FC6018010D}"/>
              </a:ext>
            </a:extLst>
          </p:cNvPr>
          <p:cNvCxnSpPr>
            <a:cxnSpLocks/>
          </p:cNvCxnSpPr>
          <p:nvPr/>
        </p:nvCxnSpPr>
        <p:spPr bwMode="auto">
          <a:xfrm>
            <a:off x="8282357" y="4066641"/>
            <a:ext cx="214697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258335-6F21-6B4E-2A8F-651EC05683D0}"/>
              </a:ext>
            </a:extLst>
          </p:cNvPr>
          <p:cNvCxnSpPr>
            <a:cxnSpLocks/>
          </p:cNvCxnSpPr>
          <p:nvPr/>
        </p:nvCxnSpPr>
        <p:spPr bwMode="auto">
          <a:xfrm>
            <a:off x="6339047" y="4013517"/>
            <a:ext cx="130528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C4C9FE-0F2F-606F-E541-AC2C45694DEB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54561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16F2EF2-BA10-687D-C518-4D30B7A6FDF9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4114810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95D1639-1CA9-5D83-7524-806823CB44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28775" y="6048675"/>
            <a:ext cx="10123447" cy="12154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6BDD28-C248-A8AE-56A4-5ED2E69EBA5F}"/>
              </a:ext>
            </a:extLst>
          </p:cNvPr>
          <p:cNvCxnSpPr>
            <a:cxnSpLocks/>
          </p:cNvCxnSpPr>
          <p:nvPr/>
        </p:nvCxnSpPr>
        <p:spPr bwMode="auto">
          <a:xfrm flipV="1">
            <a:off x="1665527" y="4652009"/>
            <a:ext cx="1" cy="140882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7E40D8C-0D40-809C-6BA6-10F8BA2B80C9}"/>
              </a:ext>
            </a:extLst>
          </p:cNvPr>
          <p:cNvSpPr txBox="1"/>
          <p:nvPr/>
        </p:nvSpPr>
        <p:spPr>
          <a:xfrm>
            <a:off x="503239" y="7438870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Source: </a:t>
            </a:r>
            <a:r>
              <a:rPr kumimoji="0" lang="en-US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Ngene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 LLC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054E1DD-027A-4D75-FBA1-E343535FCE4B}"/>
              </a:ext>
            </a:extLst>
          </p:cNvPr>
          <p:cNvSpPr/>
          <p:nvPr/>
        </p:nvSpPr>
        <p:spPr bwMode="auto">
          <a:xfrm>
            <a:off x="10469918" y="6146022"/>
            <a:ext cx="1138147" cy="118413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3A0D1E-B6E4-A861-A6EA-06666BBD04C8}"/>
              </a:ext>
            </a:extLst>
          </p:cNvPr>
          <p:cNvSpPr txBox="1"/>
          <p:nvPr/>
        </p:nvSpPr>
        <p:spPr>
          <a:xfrm>
            <a:off x="10577895" y="6466747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GPU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9626DC8-8C16-2DB2-F667-F81EFEC5A6B1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97997" y="64086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B2C1C17-79C5-F8A1-8E7A-038CE458F258}"/>
              </a:ext>
            </a:extLst>
          </p:cNvPr>
          <p:cNvCxnSpPr>
            <a:cxnSpLocks/>
          </p:cNvCxnSpPr>
          <p:nvPr/>
        </p:nvCxnSpPr>
        <p:spPr bwMode="auto">
          <a:xfrm flipV="1">
            <a:off x="5422900" y="5362041"/>
            <a:ext cx="5044529" cy="3727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87C6394-A02A-E12B-0DE7-CC12FEC107D2}"/>
              </a:ext>
            </a:extLst>
          </p:cNvPr>
          <p:cNvCxnSpPr>
            <a:cxnSpLocks/>
          </p:cNvCxnSpPr>
          <p:nvPr/>
        </p:nvCxnSpPr>
        <p:spPr bwMode="auto">
          <a:xfrm flipV="1">
            <a:off x="5450682" y="4652009"/>
            <a:ext cx="0" cy="77791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BA11764-66F6-DFF3-9AA9-F4D26B3CB550}"/>
              </a:ext>
            </a:extLst>
          </p:cNvPr>
          <p:cNvSpPr/>
          <p:nvPr/>
        </p:nvSpPr>
        <p:spPr bwMode="auto">
          <a:xfrm>
            <a:off x="10024525" y="2710051"/>
            <a:ext cx="2624417" cy="4846447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42F199-EC0F-F7C4-FC9C-630A0A5D8C06}"/>
              </a:ext>
            </a:extLst>
          </p:cNvPr>
          <p:cNvSpPr/>
          <p:nvPr/>
        </p:nvSpPr>
        <p:spPr bwMode="auto">
          <a:xfrm>
            <a:off x="7632197" y="3585326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47973F84-61A1-D728-3F98-A3F963D0D9A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25470" y="3694552"/>
            <a:ext cx="1165627" cy="78763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036F929-604E-CAF0-39AE-3B79DF4A9FFC}"/>
              </a:ext>
            </a:extLst>
          </p:cNvPr>
          <p:cNvSpPr txBox="1"/>
          <p:nvPr/>
        </p:nvSpPr>
        <p:spPr>
          <a:xfrm>
            <a:off x="7644329" y="2849279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Quantization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86FE5-F242-13F6-14D3-7649CC7E5B64}"/>
              </a:ext>
            </a:extLst>
          </p:cNvPr>
          <p:cNvSpPr txBox="1"/>
          <p:nvPr/>
        </p:nvSpPr>
        <p:spPr>
          <a:xfrm>
            <a:off x="10280714" y="2817797"/>
            <a:ext cx="1485229" cy="358381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349638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6E286E-DA2C-FA52-1A12-EEE809E1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Models for Inference (Desktop vs RT)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CB7015-EBF5-25AA-0B06-28CF4C1A9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508" y="2276218"/>
            <a:ext cx="3829584" cy="3677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55530D-65E7-FE4A-DE09-D60AED82D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39" y="2657731"/>
            <a:ext cx="8924925" cy="329565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5BC460-B92F-BFAD-6B82-8DFFE724AE0C}"/>
              </a:ext>
            </a:extLst>
          </p:cNvPr>
          <p:cNvCxnSpPr>
            <a:stCxn id="11" idx="3"/>
          </p:cNvCxnSpPr>
          <p:nvPr/>
        </p:nvCxnSpPr>
        <p:spPr bwMode="auto">
          <a:xfrm flipV="1">
            <a:off x="9428164" y="3937000"/>
            <a:ext cx="1760536" cy="36855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955DE6-A25E-1274-70B0-2EC2A2EB1E3D}"/>
              </a:ext>
            </a:extLst>
          </p:cNvPr>
          <p:cNvCxnSpPr>
            <a:cxnSpLocks/>
            <a:stCxn id="11" idx="3"/>
          </p:cNvCxnSpPr>
          <p:nvPr/>
        </p:nvCxnSpPr>
        <p:spPr bwMode="auto">
          <a:xfrm>
            <a:off x="9428164" y="4305556"/>
            <a:ext cx="1671636" cy="44424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ABB4DE-5270-C14C-E955-214DC53598BE}"/>
              </a:ext>
            </a:extLst>
          </p:cNvPr>
          <p:cNvSpPr txBox="1"/>
          <p:nvPr/>
        </p:nvSpPr>
        <p:spPr>
          <a:xfrm>
            <a:off x="9518650" y="6210300"/>
            <a:ext cx="4099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Same VI will run on Desktop and RT.</a:t>
            </a:r>
          </a:p>
          <a:p>
            <a:r>
              <a:rPr lang="en-US" sz="1800" dirty="0"/>
              <a:t>No changes required.</a:t>
            </a:r>
          </a:p>
        </p:txBody>
      </p:sp>
    </p:spTree>
    <p:extLst>
      <p:ext uri="{BB962C8B-B14F-4D97-AF65-F5344CB8AC3E}">
        <p14:creationId xmlns:p14="http://schemas.microsoft.com/office/powerpoint/2010/main" val="2827797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84FA-0194-7E06-422F-8C2BEB0E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153A37F-F443-E0C6-2F24-50C494D9773F}"/>
              </a:ext>
            </a:extLst>
          </p:cNvPr>
          <p:cNvSpPr/>
          <p:nvPr/>
        </p:nvSpPr>
        <p:spPr bwMode="auto">
          <a:xfrm>
            <a:off x="11716041" y="3565430"/>
            <a:ext cx="701727" cy="3106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I/O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FF7ED2-65BF-1493-CA79-44FAD3C998E6}"/>
              </a:ext>
            </a:extLst>
          </p:cNvPr>
          <p:cNvSpPr/>
          <p:nvPr/>
        </p:nvSpPr>
        <p:spPr bwMode="auto">
          <a:xfrm>
            <a:off x="10312042" y="3063019"/>
            <a:ext cx="1453901" cy="3609047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vert="horz" wrap="square" rtlCol="0" anchor="b" anchorCtr="0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27F377-66B6-5616-AD0D-C755A860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Integrating AI Inference with NI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074B31-9999-A497-411E-4340C1D6D0F9}"/>
              </a:ext>
            </a:extLst>
          </p:cNvPr>
          <p:cNvSpPr/>
          <p:nvPr/>
        </p:nvSpPr>
        <p:spPr bwMode="auto">
          <a:xfrm>
            <a:off x="937261" y="3566701"/>
            <a:ext cx="1543050" cy="1085308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7E3CCA-D33F-048D-9C37-7EFEEE9A0F5E}"/>
              </a:ext>
            </a:extLst>
          </p:cNvPr>
          <p:cNvSpPr/>
          <p:nvPr/>
        </p:nvSpPr>
        <p:spPr bwMode="auto">
          <a:xfrm>
            <a:off x="2884171" y="3566701"/>
            <a:ext cx="1543050" cy="1085308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B21FEA-34E0-2C86-8861-5D12E0328BC0}"/>
              </a:ext>
            </a:extLst>
          </p:cNvPr>
          <p:cNvSpPr/>
          <p:nvPr/>
        </p:nvSpPr>
        <p:spPr bwMode="auto">
          <a:xfrm>
            <a:off x="4796791" y="3566701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2C9C8-B168-8C4C-FC01-68793D61300A}"/>
              </a:ext>
            </a:extLst>
          </p:cNvPr>
          <p:cNvSpPr/>
          <p:nvPr/>
        </p:nvSpPr>
        <p:spPr bwMode="auto">
          <a:xfrm>
            <a:off x="10473119" y="4732496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24DFE-A7CA-359D-3FE1-B6D068168D36}"/>
              </a:ext>
            </a:extLst>
          </p:cNvPr>
          <p:cNvSpPr/>
          <p:nvPr/>
        </p:nvSpPr>
        <p:spPr bwMode="auto">
          <a:xfrm>
            <a:off x="10473119" y="3300580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9829BE-BD47-F4E6-4FA2-D7FC24AB8697}"/>
              </a:ext>
            </a:extLst>
          </p:cNvPr>
          <p:cNvSpPr txBox="1"/>
          <p:nvPr/>
        </p:nvSpPr>
        <p:spPr>
          <a:xfrm>
            <a:off x="937261" y="2834203"/>
            <a:ext cx="1543050" cy="736047"/>
          </a:xfrm>
          <a:prstGeom prst="rect">
            <a:avLst/>
          </a:prstGeom>
          <a:solidFill>
            <a:schemeClr val="tx2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0D5212-CC1A-F5EE-CDDF-07435D80315F}"/>
              </a:ext>
            </a:extLst>
          </p:cNvPr>
          <p:cNvSpPr txBox="1"/>
          <p:nvPr/>
        </p:nvSpPr>
        <p:spPr>
          <a:xfrm>
            <a:off x="2884170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4E7C75-DA97-9AD5-654E-88204FD55B9B}"/>
              </a:ext>
            </a:extLst>
          </p:cNvPr>
          <p:cNvSpPr txBox="1"/>
          <p:nvPr/>
        </p:nvSpPr>
        <p:spPr>
          <a:xfrm>
            <a:off x="4800601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Optimization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67E16F9C-A300-8EB6-0F7B-2F83B34D71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1987" y="3659491"/>
            <a:ext cx="1061082" cy="845872"/>
          </a:xfrm>
          <a:prstGeom prst="rect">
            <a:avLst/>
          </a:prstGeom>
        </p:spPr>
      </p:pic>
      <p:pic>
        <p:nvPicPr>
          <p:cNvPr id="29" name="Graphic 28" descr="Remote learning language outline">
            <a:extLst>
              <a:ext uri="{FF2B5EF4-FFF2-40B4-BE49-F238E27FC236}">
                <a16:creationId xmlns:a16="http://schemas.microsoft.com/office/drawing/2014/main" id="{D415FBB9-D486-9ECB-6565-B753D9ABA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0164" y="3625227"/>
            <a:ext cx="914400" cy="914400"/>
          </a:xfrm>
          <a:prstGeom prst="rect">
            <a:avLst/>
          </a:prstGeom>
        </p:spPr>
      </p:pic>
      <p:pic>
        <p:nvPicPr>
          <p:cNvPr id="32" name="Graphic 31" descr="Statistics with solid fill">
            <a:extLst>
              <a:ext uri="{FF2B5EF4-FFF2-40B4-BE49-F238E27FC236}">
                <a16:creationId xmlns:a16="http://schemas.microsoft.com/office/drawing/2014/main" id="{56B417F3-C309-2BD1-05A6-136A747BD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2640" y="3703613"/>
            <a:ext cx="787652" cy="78765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8A44A38-39A4-ADAD-57C0-E3BB800719CF}"/>
              </a:ext>
            </a:extLst>
          </p:cNvPr>
          <p:cNvSpPr txBox="1"/>
          <p:nvPr/>
        </p:nvSpPr>
        <p:spPr>
          <a:xfrm>
            <a:off x="10577895" y="4937649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414466-B0DC-C54C-E45D-1A55CF857986}"/>
              </a:ext>
            </a:extLst>
          </p:cNvPr>
          <p:cNvSpPr txBox="1"/>
          <p:nvPr/>
        </p:nvSpPr>
        <p:spPr>
          <a:xfrm>
            <a:off x="10473120" y="3577922"/>
            <a:ext cx="115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FPGA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7B7A0FE-94A5-8158-CCE6-0CA0459437E2}"/>
              </a:ext>
            </a:extLst>
          </p:cNvPr>
          <p:cNvGrpSpPr/>
          <p:nvPr/>
        </p:nvGrpSpPr>
        <p:grpSpPr>
          <a:xfrm>
            <a:off x="9577478" y="1496765"/>
            <a:ext cx="3415637" cy="1420666"/>
            <a:chOff x="0" y="1232940"/>
            <a:chExt cx="9754770" cy="500026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D395405-FD2E-D1F7-12A7-AFB187F5D0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679" t="17591" r="6679" b="11064"/>
            <a:stretch/>
          </p:blipFill>
          <p:spPr>
            <a:xfrm>
              <a:off x="0" y="1232940"/>
              <a:ext cx="9754770" cy="5000260"/>
            </a:xfrm>
            <a:prstGeom prst="rect">
              <a:avLst/>
            </a:prstGeom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B1C1DBA-954D-4444-1812-B418085E1A4D}"/>
              </a:ext>
            </a:extLst>
          </p:cNvPr>
          <p:cNvCxnSpPr>
            <a:cxnSpLocks/>
          </p:cNvCxnSpPr>
          <p:nvPr/>
        </p:nvCxnSpPr>
        <p:spPr bwMode="auto">
          <a:xfrm flipV="1">
            <a:off x="2478247" y="4039587"/>
            <a:ext cx="405923" cy="44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633E2C4-B13B-9139-9F3A-EEB1E1906160}"/>
              </a:ext>
            </a:extLst>
          </p:cNvPr>
          <p:cNvCxnSpPr>
            <a:cxnSpLocks/>
          </p:cNvCxnSpPr>
          <p:nvPr/>
        </p:nvCxnSpPr>
        <p:spPr bwMode="auto">
          <a:xfrm>
            <a:off x="4425792" y="4043997"/>
            <a:ext cx="370999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7A2517D-DCAD-B077-0C21-52D3DA7001C7}"/>
              </a:ext>
            </a:extLst>
          </p:cNvPr>
          <p:cNvCxnSpPr>
            <a:cxnSpLocks/>
          </p:cNvCxnSpPr>
          <p:nvPr/>
        </p:nvCxnSpPr>
        <p:spPr bwMode="auto">
          <a:xfrm>
            <a:off x="8282357" y="4066641"/>
            <a:ext cx="214697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808854-7C2A-3977-9C3B-C04BDF88AD9A}"/>
              </a:ext>
            </a:extLst>
          </p:cNvPr>
          <p:cNvCxnSpPr>
            <a:cxnSpLocks/>
          </p:cNvCxnSpPr>
          <p:nvPr/>
        </p:nvCxnSpPr>
        <p:spPr bwMode="auto">
          <a:xfrm>
            <a:off x="6339047" y="4013517"/>
            <a:ext cx="130528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0D191B-0823-A8AC-F218-24CC633CA43D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54561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18F2A70-FA80-8ECA-E057-3DB8591680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4114810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0DC65D-1C6A-E27A-6F69-D27238387CB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28775" y="6048675"/>
            <a:ext cx="10123447" cy="12154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5AEA890-F7C2-BACA-83EF-9FD0AAC1849C}"/>
              </a:ext>
            </a:extLst>
          </p:cNvPr>
          <p:cNvCxnSpPr>
            <a:cxnSpLocks/>
          </p:cNvCxnSpPr>
          <p:nvPr/>
        </p:nvCxnSpPr>
        <p:spPr bwMode="auto">
          <a:xfrm flipV="1">
            <a:off x="1665527" y="4652009"/>
            <a:ext cx="1" cy="140882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315A39D-8D58-C037-5545-0DF7CD34DA4D}"/>
              </a:ext>
            </a:extLst>
          </p:cNvPr>
          <p:cNvSpPr txBox="1"/>
          <p:nvPr/>
        </p:nvSpPr>
        <p:spPr>
          <a:xfrm>
            <a:off x="503239" y="7438870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Source: </a:t>
            </a:r>
            <a:r>
              <a:rPr kumimoji="0" lang="en-US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Ngene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 LLC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771A98-1BB9-0CFD-053A-A2DE4C0B602C}"/>
              </a:ext>
            </a:extLst>
          </p:cNvPr>
          <p:cNvSpPr/>
          <p:nvPr/>
        </p:nvSpPr>
        <p:spPr bwMode="auto">
          <a:xfrm>
            <a:off x="10469918" y="6146022"/>
            <a:ext cx="1138147" cy="118413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159A57-4F99-28B4-B4A5-0FDA2E6A3575}"/>
              </a:ext>
            </a:extLst>
          </p:cNvPr>
          <p:cNvSpPr txBox="1"/>
          <p:nvPr/>
        </p:nvSpPr>
        <p:spPr>
          <a:xfrm>
            <a:off x="10577895" y="6466747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GPU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948142D-632A-8B02-8C10-D21AD17E6CF4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97997" y="64086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33E4B35-A555-A425-AEFE-E2FF986397D2}"/>
              </a:ext>
            </a:extLst>
          </p:cNvPr>
          <p:cNvCxnSpPr>
            <a:cxnSpLocks/>
          </p:cNvCxnSpPr>
          <p:nvPr/>
        </p:nvCxnSpPr>
        <p:spPr bwMode="auto">
          <a:xfrm flipV="1">
            <a:off x="5422900" y="5362041"/>
            <a:ext cx="5044529" cy="3727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5213140-5D2D-EB0B-25FB-189CEAE8E446}"/>
              </a:ext>
            </a:extLst>
          </p:cNvPr>
          <p:cNvCxnSpPr>
            <a:cxnSpLocks/>
          </p:cNvCxnSpPr>
          <p:nvPr/>
        </p:nvCxnSpPr>
        <p:spPr bwMode="auto">
          <a:xfrm flipV="1">
            <a:off x="5450682" y="4652009"/>
            <a:ext cx="0" cy="77791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F9A5553-9AA5-E188-420A-932FDFFFEA50}"/>
              </a:ext>
            </a:extLst>
          </p:cNvPr>
          <p:cNvSpPr/>
          <p:nvPr/>
        </p:nvSpPr>
        <p:spPr bwMode="auto">
          <a:xfrm>
            <a:off x="4592736" y="2538317"/>
            <a:ext cx="1878969" cy="2317955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76E3D-5F1B-109C-897B-29B0FDCA574B}"/>
              </a:ext>
            </a:extLst>
          </p:cNvPr>
          <p:cNvSpPr/>
          <p:nvPr/>
        </p:nvSpPr>
        <p:spPr bwMode="auto">
          <a:xfrm>
            <a:off x="7632197" y="3585326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FD458DB8-534D-CF48-3A8C-AC90758787C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25470" y="3694552"/>
            <a:ext cx="1165627" cy="78763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85C304D-D62C-14A4-21D7-1C139E2D73C3}"/>
              </a:ext>
            </a:extLst>
          </p:cNvPr>
          <p:cNvSpPr txBox="1"/>
          <p:nvPr/>
        </p:nvSpPr>
        <p:spPr>
          <a:xfrm>
            <a:off x="7644329" y="2849279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Quantization</a:t>
            </a:r>
          </a:p>
        </p:txBody>
      </p:sp>
    </p:spTree>
    <p:extLst>
      <p:ext uri="{BB962C8B-B14F-4D97-AF65-F5344CB8AC3E}">
        <p14:creationId xmlns:p14="http://schemas.microsoft.com/office/powerpoint/2010/main" val="2807910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5BB354-CAD2-40AA-157A-0F6E25CB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E630F-B28C-1FA0-2D83-BEA41A05D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7"/>
          <a:stretch>
            <a:fillRect/>
          </a:stretch>
        </p:blipFill>
        <p:spPr>
          <a:xfrm>
            <a:off x="503239" y="2125365"/>
            <a:ext cx="7511079" cy="5855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88C5AB-CE04-975A-BF2C-E58F7EC00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018" y="4533207"/>
            <a:ext cx="4559582" cy="27099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3F9364-4DA0-80E5-2134-60749E83B800}"/>
              </a:ext>
            </a:extLst>
          </p:cNvPr>
          <p:cNvSpPr txBox="1"/>
          <p:nvPr/>
        </p:nvSpPr>
        <p:spPr>
          <a:xfrm>
            <a:off x="2197100" y="1663700"/>
            <a:ext cx="3215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Topology Optimization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63C7F-0015-9078-3611-B1B61270E5D6}"/>
              </a:ext>
            </a:extLst>
          </p:cNvPr>
          <p:cNvSpPr txBox="1"/>
          <p:nvPr/>
        </p:nvSpPr>
        <p:spPr>
          <a:xfrm>
            <a:off x="9474200" y="1663700"/>
            <a:ext cx="2547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Operation Fusing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D6DD9F-0C33-20F4-8B98-3D80CFE4B65D}"/>
              </a:ext>
            </a:extLst>
          </p:cNvPr>
          <p:cNvSpPr/>
          <p:nvPr/>
        </p:nvSpPr>
        <p:spPr bwMode="auto">
          <a:xfrm>
            <a:off x="11931650" y="5690507"/>
            <a:ext cx="749300" cy="673100"/>
          </a:xfrm>
          <a:prstGeom prst="rect">
            <a:avLst/>
          </a:prstGeom>
          <a:noFill/>
          <a:ln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D4F0E2-6F06-D5BA-E427-2B5F854DBF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289" b="28850"/>
          <a:stretch>
            <a:fillRect/>
          </a:stretch>
        </p:blipFill>
        <p:spPr>
          <a:xfrm>
            <a:off x="8104132" y="2125365"/>
            <a:ext cx="5698551" cy="2388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476CB7-F91D-AB2C-6B6E-D453819218B5}"/>
              </a:ext>
            </a:extLst>
          </p:cNvPr>
          <p:cNvSpPr txBox="1"/>
          <p:nvPr/>
        </p:nvSpPr>
        <p:spPr>
          <a:xfrm>
            <a:off x="9474200" y="6839712"/>
            <a:ext cx="2247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+20% to speed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5FB2E2-056C-AFCB-3A38-3BE3C0978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103" y="5387235"/>
            <a:ext cx="3679705" cy="14340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E25BEE-2EA7-DF6A-6FE8-7F8FBCA367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192" r="4286" b="17079"/>
          <a:stretch>
            <a:fillRect/>
          </a:stretch>
        </p:blipFill>
        <p:spPr>
          <a:xfrm>
            <a:off x="4242816" y="2125365"/>
            <a:ext cx="3364992" cy="121955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1BD15C6-1D91-2C6F-42D3-EFD4C4952B47}"/>
              </a:ext>
            </a:extLst>
          </p:cNvPr>
          <p:cNvSpPr/>
          <p:nvPr/>
        </p:nvSpPr>
        <p:spPr bwMode="auto">
          <a:xfrm>
            <a:off x="6687113" y="2398594"/>
            <a:ext cx="749300" cy="673100"/>
          </a:xfrm>
          <a:prstGeom prst="rect">
            <a:avLst/>
          </a:prstGeom>
          <a:noFill/>
          <a:ln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7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0BD41-770B-927D-038F-9C9FC01A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930CD9D-54EB-8E29-2915-499E448C7C4D}"/>
              </a:ext>
            </a:extLst>
          </p:cNvPr>
          <p:cNvSpPr/>
          <p:nvPr/>
        </p:nvSpPr>
        <p:spPr bwMode="auto">
          <a:xfrm>
            <a:off x="11716041" y="3565430"/>
            <a:ext cx="701727" cy="31066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00206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I/O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C446CE-FC38-19AB-59F9-A619C45E31D4}"/>
              </a:ext>
            </a:extLst>
          </p:cNvPr>
          <p:cNvSpPr/>
          <p:nvPr/>
        </p:nvSpPr>
        <p:spPr bwMode="auto">
          <a:xfrm>
            <a:off x="10312042" y="3063019"/>
            <a:ext cx="1453901" cy="3609047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vert="horz" wrap="square" rtlCol="0" anchor="b" anchorCtr="0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A87CBA-484D-5B69-486B-DCB2F41F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Integrating AI Inference with NI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0B75E-D5AC-7B6B-14CC-BD77C3FED15E}"/>
              </a:ext>
            </a:extLst>
          </p:cNvPr>
          <p:cNvSpPr/>
          <p:nvPr/>
        </p:nvSpPr>
        <p:spPr bwMode="auto">
          <a:xfrm>
            <a:off x="937261" y="3566701"/>
            <a:ext cx="1543050" cy="1085308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5D5F2A-73DB-7E63-12D0-29C66C4D304E}"/>
              </a:ext>
            </a:extLst>
          </p:cNvPr>
          <p:cNvSpPr/>
          <p:nvPr/>
        </p:nvSpPr>
        <p:spPr bwMode="auto">
          <a:xfrm>
            <a:off x="2884171" y="3566701"/>
            <a:ext cx="1543050" cy="1085308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15DC9B-7F10-7D11-BAD5-2CE9A351D65D}"/>
              </a:ext>
            </a:extLst>
          </p:cNvPr>
          <p:cNvSpPr/>
          <p:nvPr/>
        </p:nvSpPr>
        <p:spPr bwMode="auto">
          <a:xfrm>
            <a:off x="4796791" y="3566701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F5247-F32B-3081-3114-C284FBC429A5}"/>
              </a:ext>
            </a:extLst>
          </p:cNvPr>
          <p:cNvSpPr/>
          <p:nvPr/>
        </p:nvSpPr>
        <p:spPr bwMode="auto">
          <a:xfrm>
            <a:off x="10473119" y="4732496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EE70E5-368E-ACEB-ED2C-98881EB2BBCF}"/>
              </a:ext>
            </a:extLst>
          </p:cNvPr>
          <p:cNvSpPr/>
          <p:nvPr/>
        </p:nvSpPr>
        <p:spPr bwMode="auto">
          <a:xfrm>
            <a:off x="10473119" y="3300580"/>
            <a:ext cx="1138147" cy="118413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86421-0B6E-4289-A24B-5FACB4B864C7}"/>
              </a:ext>
            </a:extLst>
          </p:cNvPr>
          <p:cNvSpPr txBox="1"/>
          <p:nvPr/>
        </p:nvSpPr>
        <p:spPr>
          <a:xfrm>
            <a:off x="937261" y="2834203"/>
            <a:ext cx="1543050" cy="736047"/>
          </a:xfrm>
          <a:prstGeom prst="rect">
            <a:avLst/>
          </a:prstGeom>
          <a:solidFill>
            <a:schemeClr val="tx2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E2109-50B7-DAA2-32A7-1824B574BE80}"/>
              </a:ext>
            </a:extLst>
          </p:cNvPr>
          <p:cNvSpPr txBox="1"/>
          <p:nvPr/>
        </p:nvSpPr>
        <p:spPr>
          <a:xfrm>
            <a:off x="2884170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Training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AD0FAF-7868-B241-666A-8B1983F7F125}"/>
              </a:ext>
            </a:extLst>
          </p:cNvPr>
          <p:cNvSpPr txBox="1"/>
          <p:nvPr/>
        </p:nvSpPr>
        <p:spPr>
          <a:xfrm>
            <a:off x="4800601" y="2830654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 </a:t>
            </a:r>
          </a:p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Optimization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4280D865-B096-B135-F052-9FCC1648B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1987" y="3659491"/>
            <a:ext cx="1061082" cy="845872"/>
          </a:xfrm>
          <a:prstGeom prst="rect">
            <a:avLst/>
          </a:prstGeom>
        </p:spPr>
      </p:pic>
      <p:pic>
        <p:nvPicPr>
          <p:cNvPr id="29" name="Graphic 28" descr="Remote learning language outline">
            <a:extLst>
              <a:ext uri="{FF2B5EF4-FFF2-40B4-BE49-F238E27FC236}">
                <a16:creationId xmlns:a16="http://schemas.microsoft.com/office/drawing/2014/main" id="{316190B6-04BC-9308-E86B-9CE08021B5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0164" y="3625227"/>
            <a:ext cx="914400" cy="914400"/>
          </a:xfrm>
          <a:prstGeom prst="rect">
            <a:avLst/>
          </a:prstGeom>
        </p:spPr>
      </p:pic>
      <p:pic>
        <p:nvPicPr>
          <p:cNvPr id="32" name="Graphic 31" descr="Statistics with solid fill">
            <a:extLst>
              <a:ext uri="{FF2B5EF4-FFF2-40B4-BE49-F238E27FC236}">
                <a16:creationId xmlns:a16="http://schemas.microsoft.com/office/drawing/2014/main" id="{BE6D7A87-2CDB-33E8-9C35-FFDA6F187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2640" y="3703613"/>
            <a:ext cx="787652" cy="78765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D66AAD3-B3EA-DC49-66C8-CBBDCCFACB5F}"/>
              </a:ext>
            </a:extLst>
          </p:cNvPr>
          <p:cNvSpPr txBox="1"/>
          <p:nvPr/>
        </p:nvSpPr>
        <p:spPr>
          <a:xfrm>
            <a:off x="10577895" y="4937649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CPU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9571C1-C407-B3DA-A429-740E3D560C28}"/>
              </a:ext>
            </a:extLst>
          </p:cNvPr>
          <p:cNvSpPr txBox="1"/>
          <p:nvPr/>
        </p:nvSpPr>
        <p:spPr>
          <a:xfrm>
            <a:off x="10473120" y="3577922"/>
            <a:ext cx="115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FPGA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2A62A50-E730-4D9D-195F-9241E392B6E4}"/>
              </a:ext>
            </a:extLst>
          </p:cNvPr>
          <p:cNvGrpSpPr/>
          <p:nvPr/>
        </p:nvGrpSpPr>
        <p:grpSpPr>
          <a:xfrm>
            <a:off x="9577478" y="1496765"/>
            <a:ext cx="3415637" cy="1420666"/>
            <a:chOff x="0" y="1232940"/>
            <a:chExt cx="9754770" cy="5000260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E5B317C-E4DD-46FB-5C7C-624F610B8A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6679" t="17591" r="6679" b="11064"/>
            <a:stretch/>
          </p:blipFill>
          <p:spPr>
            <a:xfrm>
              <a:off x="0" y="1232940"/>
              <a:ext cx="9754770" cy="5000260"/>
            </a:xfrm>
            <a:prstGeom prst="rect">
              <a:avLst/>
            </a:prstGeom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1491A50-3C51-324D-5790-8BB6F43E8F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478247" y="4039587"/>
            <a:ext cx="405923" cy="44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A8AC341-5C55-27D8-A5EC-AD3F4E29FBCF}"/>
              </a:ext>
            </a:extLst>
          </p:cNvPr>
          <p:cNvCxnSpPr>
            <a:cxnSpLocks/>
          </p:cNvCxnSpPr>
          <p:nvPr/>
        </p:nvCxnSpPr>
        <p:spPr bwMode="auto">
          <a:xfrm>
            <a:off x="4425792" y="4043997"/>
            <a:ext cx="370999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69F47F1-00E4-C715-9C03-E27BCF167252}"/>
              </a:ext>
            </a:extLst>
          </p:cNvPr>
          <p:cNvCxnSpPr>
            <a:cxnSpLocks/>
          </p:cNvCxnSpPr>
          <p:nvPr/>
        </p:nvCxnSpPr>
        <p:spPr bwMode="auto">
          <a:xfrm>
            <a:off x="8282357" y="4066641"/>
            <a:ext cx="214697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FB63CB-AB40-4F10-1069-6B5B7652D38B}"/>
              </a:ext>
            </a:extLst>
          </p:cNvPr>
          <p:cNvCxnSpPr>
            <a:cxnSpLocks/>
          </p:cNvCxnSpPr>
          <p:nvPr/>
        </p:nvCxnSpPr>
        <p:spPr bwMode="auto">
          <a:xfrm>
            <a:off x="6339047" y="4013517"/>
            <a:ext cx="130528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4DCFE7C-93E2-B213-76A6-B54D168613FA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54561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58F41B-B794-1C13-D2C7-66B0EA183594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85297" y="4114810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BE1337-186F-E944-9654-5A3F1E75B23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628775" y="6048675"/>
            <a:ext cx="10123447" cy="12154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EB0913B-54B8-B032-14F6-C72620F9679C}"/>
              </a:ext>
            </a:extLst>
          </p:cNvPr>
          <p:cNvCxnSpPr>
            <a:cxnSpLocks/>
          </p:cNvCxnSpPr>
          <p:nvPr/>
        </p:nvCxnSpPr>
        <p:spPr bwMode="auto">
          <a:xfrm flipV="1">
            <a:off x="1665527" y="4652009"/>
            <a:ext cx="1" cy="140882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68891B5-CBBE-C53C-EEDF-D7A8AAEE4DC6}"/>
              </a:ext>
            </a:extLst>
          </p:cNvPr>
          <p:cNvSpPr txBox="1"/>
          <p:nvPr/>
        </p:nvSpPr>
        <p:spPr>
          <a:xfrm>
            <a:off x="503239" y="7438870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4629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Source: </a:t>
            </a:r>
            <a:r>
              <a:rPr kumimoji="0" lang="en-US" sz="9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Ngene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7"/>
              </a:rPr>
              <a:t> LLC</a:t>
            </a: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5765686-E43B-A8CC-3096-536DFE40A9D1}"/>
              </a:ext>
            </a:extLst>
          </p:cNvPr>
          <p:cNvSpPr/>
          <p:nvPr/>
        </p:nvSpPr>
        <p:spPr bwMode="auto">
          <a:xfrm>
            <a:off x="10469918" y="6146022"/>
            <a:ext cx="1138147" cy="118413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93C226-E5BE-1583-B4F8-62E697AA3E19}"/>
              </a:ext>
            </a:extLst>
          </p:cNvPr>
          <p:cNvSpPr txBox="1"/>
          <p:nvPr/>
        </p:nvSpPr>
        <p:spPr>
          <a:xfrm>
            <a:off x="10577895" y="6466747"/>
            <a:ext cx="948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4630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GPU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419E9C8-ABC4-EDB7-1B4C-44A8A082C5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97997" y="6408614"/>
            <a:ext cx="744980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91943BC-F568-4D2B-C543-D1B953B85004}"/>
              </a:ext>
            </a:extLst>
          </p:cNvPr>
          <p:cNvCxnSpPr>
            <a:cxnSpLocks/>
          </p:cNvCxnSpPr>
          <p:nvPr/>
        </p:nvCxnSpPr>
        <p:spPr bwMode="auto">
          <a:xfrm flipV="1">
            <a:off x="5422900" y="5362041"/>
            <a:ext cx="5044529" cy="3727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16642BB-ECCA-E0AF-9BBB-F90AD66BF28D}"/>
              </a:ext>
            </a:extLst>
          </p:cNvPr>
          <p:cNvCxnSpPr>
            <a:cxnSpLocks/>
          </p:cNvCxnSpPr>
          <p:nvPr/>
        </p:nvCxnSpPr>
        <p:spPr bwMode="auto">
          <a:xfrm flipV="1">
            <a:off x="5450682" y="4652009"/>
            <a:ext cx="0" cy="777911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7D06CE8-3CFC-5518-5B44-B33EDA3BADE7}"/>
              </a:ext>
            </a:extLst>
          </p:cNvPr>
          <p:cNvSpPr/>
          <p:nvPr/>
        </p:nvSpPr>
        <p:spPr bwMode="auto">
          <a:xfrm>
            <a:off x="7380911" y="2742581"/>
            <a:ext cx="4469710" cy="1977761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6673D-EF50-EA01-AA29-88A939012EE1}"/>
              </a:ext>
            </a:extLst>
          </p:cNvPr>
          <p:cNvSpPr/>
          <p:nvPr/>
        </p:nvSpPr>
        <p:spPr bwMode="auto">
          <a:xfrm>
            <a:off x="7632197" y="3585326"/>
            <a:ext cx="1543050" cy="108530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square" rtlCol="0" anchor="ctr"/>
          <a:lstStyle/>
          <a:p>
            <a:pPr marL="0" marR="0" lvl="0" indent="0" algn="ctr" defTabSz="14630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0D63324-0BDE-80F8-587B-F8AF4F4797D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25470" y="3694552"/>
            <a:ext cx="1165627" cy="78763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F15CD74-DD20-1559-F1D7-F4B96E6858C6}"/>
              </a:ext>
            </a:extLst>
          </p:cNvPr>
          <p:cNvSpPr txBox="1"/>
          <p:nvPr/>
        </p:nvSpPr>
        <p:spPr>
          <a:xfrm>
            <a:off x="7644329" y="2849279"/>
            <a:ext cx="1543051" cy="736047"/>
          </a:xfrm>
          <a:prstGeom prst="rect">
            <a:avLst/>
          </a:prstGeom>
          <a:solidFill>
            <a:schemeClr val="accent1"/>
          </a:solidFill>
        </p:spPr>
        <p:txBody>
          <a:bodyPr wrap="none" rtlCol="0" anchor="ctr">
            <a:noAutofit/>
          </a:bodyPr>
          <a:lstStyle/>
          <a:p>
            <a:pPr marL="0" marR="0" lvl="0" indent="0" algn="ctr" defTabSz="17555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Quantization</a:t>
            </a:r>
          </a:p>
        </p:txBody>
      </p:sp>
    </p:spTree>
    <p:extLst>
      <p:ext uri="{BB962C8B-B14F-4D97-AF65-F5344CB8AC3E}">
        <p14:creationId xmlns:p14="http://schemas.microsoft.com/office/powerpoint/2010/main" val="397639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FDD2-E7E0-5D32-43F4-EF64A887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25465A-58D1-C0D8-AA27-F74A27E79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on FPGAs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9C99ACF7-509E-B1B6-F34D-51100623658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  <p:txBody>
          <a:bodyPr/>
          <a:lstStyle/>
          <a:p>
            <a:r>
              <a:rPr lang="en-US" sz="1800" dirty="0"/>
              <a:t>FPGA hosts an engine which performs computations in Int8 format.</a:t>
            </a:r>
          </a:p>
          <a:p>
            <a:r>
              <a:rPr lang="en-US" sz="1800" dirty="0"/>
              <a:t>Model needs to be carefully quantized (SGL -&gt; Int8) not to lose accuracy.</a:t>
            </a:r>
          </a:p>
          <a:p>
            <a:r>
              <a:rPr lang="en-US" sz="1800" dirty="0"/>
              <a:t>Special tool will perform optimal quantization automatically.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CB9826-F132-CDFA-21FD-564244F5D0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88"/>
          <a:stretch>
            <a:fillRect/>
          </a:stretch>
        </p:blipFill>
        <p:spPr>
          <a:xfrm>
            <a:off x="9706061" y="329565"/>
            <a:ext cx="4286988" cy="29046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391C0F-64CC-F5F6-7F3D-9058FC1D7576}"/>
              </a:ext>
            </a:extLst>
          </p:cNvPr>
          <p:cNvSpPr txBox="1"/>
          <p:nvPr/>
        </p:nvSpPr>
        <p:spPr>
          <a:xfrm>
            <a:off x="8449058" y="3803748"/>
            <a:ext cx="5336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Automatic Model Quantizer/Converter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ED65E8-6B78-42A5-CC9E-58E6C9594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09" y="4542677"/>
            <a:ext cx="6434666" cy="28770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DCC4AA8-CAAC-5A46-E36E-3085724C2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924" y="4525458"/>
            <a:ext cx="6876101" cy="215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87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B517-C67D-F813-6428-EBD15102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Acceleration on FPGAs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4884FB-9C2F-8880-CC34-5E0997ECF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1663700"/>
            <a:ext cx="11287125" cy="281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2B0C7E-7001-DBA2-E99C-7290FDAE8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5525" y="5472112"/>
            <a:ext cx="8896350" cy="1628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3FA077-2549-77B0-F9E0-8B75EEFFF115}"/>
              </a:ext>
            </a:extLst>
          </p:cNvPr>
          <p:cNvSpPr txBox="1"/>
          <p:nvPr/>
        </p:nvSpPr>
        <p:spPr>
          <a:xfrm>
            <a:off x="7521257" y="4746773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3AAC39-BA4B-7D33-A147-B92F96E1F7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350" t="21854" r="23584" b="13036"/>
          <a:stretch>
            <a:fillRect/>
          </a:stretch>
        </p:blipFill>
        <p:spPr>
          <a:xfrm>
            <a:off x="1762124" y="3987800"/>
            <a:ext cx="647701" cy="187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21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Accelerator Addon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CBABA0-9F9A-46E5-9ABE-2B82680BD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spcAft>
                <a:spcPts val="360"/>
              </a:spcAft>
            </a:pPr>
            <a:r>
              <a:rPr lang="en-US" sz="1920" dirty="0"/>
              <a:t>Framework for pretrained model conversion (8bit Quantization, Normalization)</a:t>
            </a:r>
          </a:p>
          <a:p>
            <a:pPr>
              <a:spcAft>
                <a:spcPts val="360"/>
              </a:spcAft>
            </a:pPr>
            <a:r>
              <a:rPr lang="en-US" sz="1920" dirty="0"/>
              <a:t>High-level API for deploying pretrained models with LabVIEW</a:t>
            </a:r>
          </a:p>
          <a:p>
            <a:pPr>
              <a:spcAft>
                <a:spcPts val="360"/>
              </a:spcAft>
            </a:pPr>
            <a:r>
              <a:rPr lang="en-US" sz="1920" dirty="0"/>
              <a:t>&gt;100GOPs performance on Kintex-7 FPGA family</a:t>
            </a:r>
          </a:p>
          <a:p>
            <a:pPr>
              <a:spcAft>
                <a:spcPts val="360"/>
              </a:spcAft>
            </a:pPr>
            <a:r>
              <a:rPr lang="en-US" sz="1920" dirty="0"/>
              <a:t>100FPS face detection on NI’s sbRIO-9609</a:t>
            </a:r>
          </a:p>
          <a:p>
            <a:pPr>
              <a:spcAft>
                <a:spcPts val="360"/>
              </a:spcAft>
            </a:pPr>
            <a:r>
              <a:rPr lang="en-US" sz="1920" dirty="0"/>
              <a:t>8-bit precision for activations and weights</a:t>
            </a:r>
          </a:p>
          <a:p>
            <a:pPr>
              <a:spcAft>
                <a:spcPts val="360"/>
              </a:spcAft>
            </a:pPr>
            <a:r>
              <a:rPr lang="en-US" sz="1920" dirty="0"/>
              <a:t>Supported layers:</a:t>
            </a:r>
          </a:p>
          <a:p>
            <a:pPr lvl="1">
              <a:spcAft>
                <a:spcPts val="360"/>
              </a:spcAft>
            </a:pPr>
            <a:r>
              <a:rPr lang="en-US" sz="1680" dirty="0"/>
              <a:t>Conv kernel size: 3x3, 1x1</a:t>
            </a:r>
          </a:p>
          <a:p>
            <a:pPr lvl="1">
              <a:spcAft>
                <a:spcPts val="360"/>
              </a:spcAft>
            </a:pPr>
            <a:r>
              <a:rPr lang="en-US" sz="1680" dirty="0" err="1"/>
              <a:t>MaxPool</a:t>
            </a:r>
            <a:endParaRPr lang="en-US" sz="1680" dirty="0"/>
          </a:p>
          <a:p>
            <a:pPr lvl="1">
              <a:spcAft>
                <a:spcPts val="360"/>
              </a:spcAft>
            </a:pPr>
            <a:r>
              <a:rPr lang="en-US" sz="1680" dirty="0"/>
              <a:t>Fully Connected (FC)</a:t>
            </a:r>
          </a:p>
          <a:p>
            <a:pPr>
              <a:spcAft>
                <a:spcPts val="360"/>
              </a:spcAft>
            </a:pPr>
            <a:r>
              <a:rPr lang="en-US" sz="1920" dirty="0"/>
              <a:t>Maximum Image resolution: 512x512px</a:t>
            </a:r>
          </a:p>
          <a:p>
            <a:pPr>
              <a:spcAft>
                <a:spcPts val="360"/>
              </a:spcAft>
            </a:pPr>
            <a:r>
              <a:rPr lang="en-US" sz="1920" dirty="0"/>
              <a:t>Maximum number of layers: 32</a:t>
            </a:r>
          </a:p>
          <a:p>
            <a:pPr>
              <a:spcAft>
                <a:spcPts val="360"/>
              </a:spcAft>
            </a:pPr>
            <a:r>
              <a:rPr lang="en-US" sz="1920" dirty="0"/>
              <a:t>Supports ALL NI FPGA based devices: Kintex-7, Zynq-700,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08D28B-E43A-4B00-B1F9-F9310DAF4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5371" y="2645364"/>
            <a:ext cx="5870229" cy="4106869"/>
          </a:xfrm>
          <a:prstGeom prst="rect">
            <a:avLst/>
          </a:prstGeom>
        </p:spPr>
      </p:pic>
      <p:pic>
        <p:nvPicPr>
          <p:cNvPr id="4" name="Picture 2" descr="http://sine.ni.com/images/products/us/06111519_l.jpg">
            <a:extLst>
              <a:ext uri="{FF2B5EF4-FFF2-40B4-BE49-F238E27FC236}">
                <a16:creationId xmlns:a16="http://schemas.microsoft.com/office/drawing/2014/main" id="{0CD90FF1-8303-66C4-B172-F4A9C844EC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0" t="10130" r="11046" b="14563"/>
          <a:stretch/>
        </p:blipFill>
        <p:spPr bwMode="auto">
          <a:xfrm>
            <a:off x="1336294" y="6216603"/>
            <a:ext cx="1203498" cy="85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a CompactRIO Controller? - NI">
            <a:extLst>
              <a:ext uri="{FF2B5EF4-FFF2-40B4-BE49-F238E27FC236}">
                <a16:creationId xmlns:a16="http://schemas.microsoft.com/office/drawing/2014/main" id="{C9D04A68-FC3B-5775-135B-69AB1A6FF9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3" t="20151" r="17756" b="20151"/>
          <a:stretch/>
        </p:blipFill>
        <p:spPr bwMode="auto">
          <a:xfrm>
            <a:off x="2706698" y="6140643"/>
            <a:ext cx="1977754" cy="100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FlexRIO? - NI">
            <a:extLst>
              <a:ext uri="{FF2B5EF4-FFF2-40B4-BE49-F238E27FC236}">
                <a16:creationId xmlns:a16="http://schemas.microsoft.com/office/drawing/2014/main" id="{D97681A0-8B08-7201-28BE-993D7A0D4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6" t="18856" r="4389" b="19474"/>
          <a:stretch/>
        </p:blipFill>
        <p:spPr bwMode="auto">
          <a:xfrm>
            <a:off x="5021241" y="6136094"/>
            <a:ext cx="2617321" cy="101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46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C32297-6F07-429B-78B6-D6CED0F0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14725-75FA-8A99-E8B1-DF0959F4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55"/>
          <a:stretch>
            <a:fillRect/>
          </a:stretch>
        </p:blipFill>
        <p:spPr>
          <a:xfrm>
            <a:off x="693447" y="2086428"/>
            <a:ext cx="13243505" cy="35995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857FC6-0492-6F3E-5CBB-4698370F596B}"/>
              </a:ext>
            </a:extLst>
          </p:cNvPr>
          <p:cNvSpPr txBox="1"/>
          <p:nvPr/>
        </p:nvSpPr>
        <p:spPr>
          <a:xfrm>
            <a:off x="2387600" y="6032784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&gt;1kHz loop 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B4941-5689-6363-625E-4EFDA339427A}"/>
              </a:ext>
            </a:extLst>
          </p:cNvPr>
          <p:cNvSpPr txBox="1"/>
          <p:nvPr/>
        </p:nvSpPr>
        <p:spPr>
          <a:xfrm>
            <a:off x="8317677" y="6032783"/>
            <a:ext cx="4380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100x speed: FPGA vs RT CPU</a:t>
            </a:r>
          </a:p>
        </p:txBody>
      </p:sp>
    </p:spTree>
    <p:extLst>
      <p:ext uri="{BB962C8B-B14F-4D97-AF65-F5344CB8AC3E}">
        <p14:creationId xmlns:p14="http://schemas.microsoft.com/office/powerpoint/2010/main" val="3375043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C32297-6F07-429B-78B6-D6CED0F0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2AD0CB-495C-9E51-31AC-0746CD8DC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38" y="2442393"/>
            <a:ext cx="9327623" cy="3923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0553AB-9688-5EBB-9C69-325706A88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789" y="1743364"/>
            <a:ext cx="4205600" cy="49471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47AD41-86A0-C798-5086-779E091DDA4A}"/>
              </a:ext>
            </a:extLst>
          </p:cNvPr>
          <p:cNvSpPr txBox="1"/>
          <p:nvPr/>
        </p:nvSpPr>
        <p:spPr>
          <a:xfrm>
            <a:off x="503238" y="1743364"/>
            <a:ext cx="8622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GitHub: </a:t>
            </a:r>
            <a:r>
              <a:rPr lang="en-US" sz="2400" dirty="0">
                <a:hlinkClick r:id="rId4"/>
              </a:rPr>
              <a:t>https://github.com/ngenehub/deepltk_fpga_examples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6233126"/>
      </p:ext>
    </p:extLst>
  </p:cSld>
  <p:clrMapOvr>
    <a:masterClrMapping/>
  </p:clrMapOvr>
</p:sld>
</file>

<file path=ppt/theme/theme1.xml><?xml version="1.0" encoding="utf-8"?>
<a:theme xmlns:a="http://schemas.openxmlformats.org/drawingml/2006/main" name="NI Template 2023">
  <a:themeElements>
    <a:clrScheme name="NI - EMR Palette 06-12-24 320">
      <a:dk1>
        <a:srgbClr val="000000"/>
      </a:dk1>
      <a:lt1>
        <a:srgbClr val="FFFFFF"/>
      </a:lt1>
      <a:dk2>
        <a:srgbClr val="004B8D"/>
      </a:dk2>
      <a:lt2>
        <a:srgbClr val="ECECED"/>
      </a:lt2>
      <a:accent1>
        <a:srgbClr val="004B8D"/>
      </a:accent1>
      <a:accent2>
        <a:srgbClr val="00573C"/>
      </a:accent2>
      <a:accent3>
        <a:srgbClr val="1B2552"/>
      </a:accent3>
      <a:accent4>
        <a:srgbClr val="1DB1DE"/>
      </a:accent4>
      <a:accent5>
        <a:srgbClr val="F5D300"/>
      </a:accent5>
      <a:accent6>
        <a:srgbClr val="00AD7C"/>
      </a:accent6>
      <a:hlink>
        <a:srgbClr val="00AD7C"/>
      </a:hlink>
      <a:folHlink>
        <a:srgbClr val="BA1C46"/>
      </a:folHlink>
    </a:clrScheme>
    <a:fontScheme name="EMR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noFill/>
          <a:round/>
          <a:headEnd/>
          <a:tailEnd/>
        </a:ln>
        <a:effectLst/>
      </a:spPr>
      <a:bodyPr wrap="square" rtlCol="0" anchor="ctr"/>
      <a:lstStyle>
        <a:defPPr algn="ctr" eaLnBrk="0" fontAlgn="base" hangingPunct="0">
          <a:spcBef>
            <a:spcPct val="0"/>
          </a:spcBef>
          <a:spcAft>
            <a:spcPct val="0"/>
          </a:spcAft>
          <a:defRPr b="1" dirty="0">
            <a:solidFill>
              <a:srgbClr val="FFFFFF"/>
            </a:solidFill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I_PPT Template_Oct 2023.pptx" id="{01E54C3C-3F3F-4C3B-89BB-2EEF59D4E013}" vid="{AC3FA114-77AC-4F6C-9AE9-2817607F4974}"/>
    </a:ext>
  </a:extLst>
</a:theme>
</file>

<file path=ppt/theme/theme2.xml><?xml version="1.0" encoding="utf-8"?>
<a:theme xmlns:a="http://schemas.openxmlformats.org/drawingml/2006/main" name="EMR NI Jun24">
  <a:themeElements>
    <a:clrScheme name="NI - EMR Palette 06-12-24 320">
      <a:dk1>
        <a:srgbClr val="000000"/>
      </a:dk1>
      <a:lt1>
        <a:srgbClr val="FFFFFF"/>
      </a:lt1>
      <a:dk2>
        <a:srgbClr val="004B8D"/>
      </a:dk2>
      <a:lt2>
        <a:srgbClr val="ECECED"/>
      </a:lt2>
      <a:accent1>
        <a:srgbClr val="004B8D"/>
      </a:accent1>
      <a:accent2>
        <a:srgbClr val="00573C"/>
      </a:accent2>
      <a:accent3>
        <a:srgbClr val="1B2552"/>
      </a:accent3>
      <a:accent4>
        <a:srgbClr val="1DB1DE"/>
      </a:accent4>
      <a:accent5>
        <a:srgbClr val="F5D300"/>
      </a:accent5>
      <a:accent6>
        <a:srgbClr val="00AD7C"/>
      </a:accent6>
      <a:hlink>
        <a:srgbClr val="00AD7C"/>
      </a:hlink>
      <a:folHlink>
        <a:srgbClr val="BA1C46"/>
      </a:folHlink>
    </a:clrScheme>
    <a:fontScheme name="EMR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noFill/>
          <a:round/>
          <a:headEnd/>
          <a:tailEnd/>
        </a:ln>
        <a:effectLst/>
      </a:spPr>
      <a:bodyPr wrap="square" rtlCol="0" anchor="ctr"/>
      <a:lstStyle>
        <a:defPPr algn="ctr" eaLnBrk="0" fontAlgn="base" hangingPunct="0">
          <a:spcBef>
            <a:spcPct val="0"/>
          </a:spcBef>
          <a:spcAft>
            <a:spcPct val="0"/>
          </a:spcAft>
          <a:defRPr b="1" dirty="0">
            <a:solidFill>
              <a:srgbClr val="FFFFFF"/>
            </a:solidFill>
          </a:defRPr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MR NI Jun24" id="{47EF6642-79D2-4DC2-A52F-768541764C8D}" vid="{71B16B6D-7AA4-490E-AC8C-BCB91476A28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600C030-B628-4C6F-B085-4F22D991206A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E634FD137E2468BB806A774DD9528" ma:contentTypeVersion="12" ma:contentTypeDescription="Create a new document." ma:contentTypeScope="" ma:versionID="3fabfd312f6eb74f39d8698715fef64c">
  <xsd:schema xmlns:xsd="http://www.w3.org/2001/XMLSchema" xmlns:xs="http://www.w3.org/2001/XMLSchema" xmlns:p="http://schemas.microsoft.com/office/2006/metadata/properties" xmlns:ns2="aa5b1997-1ff6-47c2-a259-2cf686092032" xmlns:ns3="d73f480e-e554-40f2-a9b2-89df477f0fde" targetNamespace="http://schemas.microsoft.com/office/2006/metadata/properties" ma:root="true" ma:fieldsID="851f1787014249615cf52582c713519e" ns2:_="" ns3:_="">
    <xsd:import namespace="aa5b1997-1ff6-47c2-a259-2cf686092032"/>
    <xsd:import namespace="d73f480e-e554-40f2-a9b2-89df477f0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5b1997-1ff6-47c2-a259-2cf6860920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fc78bd8-db31-4712-a006-2d951f62dd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3f480e-e554-40f2-a9b2-89df477f0fd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90fb141-c442-45af-b329-f6e6293ec7b6}" ma:internalName="TaxCatchAll" ma:showField="CatchAllData" ma:web="d73f480e-e554-40f2-a9b2-89df477f0f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3f480e-e554-40f2-a9b2-89df477f0fde" xsi:nil="true"/>
    <lcf76f155ced4ddcb4097134ff3c332f xmlns="aa5b1997-1ff6-47c2-a259-2cf68609203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0CBB35F-53FC-4076-8459-961BE0C9D4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27E552-ABB2-42C3-8641-1C7B990831A0}">
  <ds:schemaRefs>
    <ds:schemaRef ds:uri="aa5b1997-1ff6-47c2-a259-2cf686092032"/>
    <ds:schemaRef ds:uri="d73f480e-e554-40f2-a9b2-89df477f0f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81C1633-800C-49A1-B5C6-B24C04AC600E}">
  <ds:schemaRefs>
    <ds:schemaRef ds:uri="http://schemas.openxmlformats.org/package/2006/metadata/core-properties"/>
    <ds:schemaRef ds:uri="http://schemas.microsoft.com/office/2006/documentManagement/types"/>
    <ds:schemaRef ds:uri="d73f480e-e554-40f2-a9b2-89df477f0fde"/>
    <ds:schemaRef ds:uri="http://schemas.microsoft.com/office/infopath/2007/PartnerControls"/>
    <ds:schemaRef ds:uri="aa5b1997-1ff6-47c2-a259-2cf686092032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38901aa-f724-46bf-bb4f-aef09392934b}" enabled="1" method="Privileged" siteId="{eb06985d-06ca-4a17-81da-629ab99f650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3235</TotalTime>
  <Words>594</Words>
  <Application>Microsoft Office PowerPoint</Application>
  <PresentationFormat>Custom</PresentationFormat>
  <Paragraphs>177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Black</vt:lpstr>
      <vt:lpstr>Consolas</vt:lpstr>
      <vt:lpstr>Times New Roman</vt:lpstr>
      <vt:lpstr>Calibri</vt:lpstr>
      <vt:lpstr>Arial Narrow</vt:lpstr>
      <vt:lpstr>NI Template 2023</vt:lpstr>
      <vt:lpstr>EMR NI Jun24</vt:lpstr>
      <vt:lpstr>DeepLTK - Deep Learning Toolkit for LabVIEW</vt:lpstr>
      <vt:lpstr>AI Model Design and Deployment Workflow with DeepLTK</vt:lpstr>
      <vt:lpstr>Integrating AI Inference with NI</vt:lpstr>
      <vt:lpstr>Dataset Representation</vt:lpstr>
      <vt:lpstr>Integrating AI Inference with NI</vt:lpstr>
      <vt:lpstr>Training Neural Networks</vt:lpstr>
      <vt:lpstr>Reference Examples for Different Applications</vt:lpstr>
      <vt:lpstr>Integrating AI Inference with NI</vt:lpstr>
      <vt:lpstr>Deploying Models for Inference (Desktop vs RT)</vt:lpstr>
      <vt:lpstr>Integrating AI Inference with NI</vt:lpstr>
      <vt:lpstr>Optimizing Neural Network</vt:lpstr>
      <vt:lpstr>Integrating AI Inference with NI</vt:lpstr>
      <vt:lpstr>Deployment on FPGAs</vt:lpstr>
      <vt:lpstr>Inference Acceleration on FPGAs</vt:lpstr>
      <vt:lpstr>FPGA Accelerator Addon</vt:lpstr>
      <vt:lpstr>Benchmarks</vt:lpstr>
      <vt:lpstr>Reference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 PowerPoint Template</dc:title>
  <dc:creator/>
  <cp:lastModifiedBy>Alik Sargsyan</cp:lastModifiedBy>
  <cp:revision>9</cp:revision>
  <dcterms:created xsi:type="dcterms:W3CDTF">2023-03-15T18:55:24Z</dcterms:created>
  <dcterms:modified xsi:type="dcterms:W3CDTF">2026-05-08T01:39:01Z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2023-03-15T18:55:49Z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240b1d52-07cf-4687-856f-0816d0207de8</vt:lpwstr>
  </property>
  <property fmtid="{D5CDD505-2E9C-101B-9397-08002B2CF9AE}" pid="8" name="MSIP_Label_d38901aa-f724-46bf-bb4f-aef09392934b_ContentBits">
    <vt:lpwstr>0</vt:lpwstr>
  </property>
  <property fmtid="{D5CDD505-2E9C-101B-9397-08002B2CF9AE}" pid="9" name="MediaServiceImageTags">
    <vt:lpwstr/>
  </property>
  <property fmtid="{D5CDD505-2E9C-101B-9397-08002B2CF9AE}" pid="10" name="ClassificationContentMarkingFooterLocations">
    <vt:lpwstr>NI Template 2023:7</vt:lpwstr>
  </property>
  <property fmtid="{D5CDD505-2E9C-101B-9397-08002B2CF9AE}" pid="11" name="ClassificationContentMarkingFooterText">
    <vt:lpwstr>RESTRICTED - NI CONFIDENTIAL</vt:lpwstr>
  </property>
  <property fmtid="{D5CDD505-2E9C-101B-9397-08002B2CF9AE}" pid="12" name="MSIP_Label_99647686-916c-42a1-98d6-743a581ebab3_Enabled">
    <vt:lpwstr>true</vt:lpwstr>
  </property>
  <property fmtid="{D5CDD505-2E9C-101B-9397-08002B2CF9AE}" pid="13" name="MSIP_Label_99647686-916c-42a1-98d6-743a581ebab3_SetDate">
    <vt:lpwstr>2024-04-23T18:33:40Z</vt:lpwstr>
  </property>
  <property fmtid="{D5CDD505-2E9C-101B-9397-08002B2CF9AE}" pid="14" name="MSIP_Label_99647686-916c-42a1-98d6-743a581ebab3_Method">
    <vt:lpwstr>Privileged</vt:lpwstr>
  </property>
  <property fmtid="{D5CDD505-2E9C-101B-9397-08002B2CF9AE}" pid="15" name="MSIP_Label_99647686-916c-42a1-98d6-743a581ebab3_Name">
    <vt:lpwstr>Public</vt:lpwstr>
  </property>
  <property fmtid="{D5CDD505-2E9C-101B-9397-08002B2CF9AE}" pid="16" name="MSIP_Label_99647686-916c-42a1-98d6-743a581ebab3_SiteId">
    <vt:lpwstr>87ba1f9a-44cd-43a6-b008-6fdb45a5204e</vt:lpwstr>
  </property>
  <property fmtid="{D5CDD505-2E9C-101B-9397-08002B2CF9AE}" pid="17" name="MSIP_Label_99647686-916c-42a1-98d6-743a581ebab3_ActionId">
    <vt:lpwstr>23fa14d4-e37c-4fa2-9781-b4cfddf60abd</vt:lpwstr>
  </property>
  <property fmtid="{D5CDD505-2E9C-101B-9397-08002B2CF9AE}" pid="18" name="MSIP_Label_99647686-916c-42a1-98d6-743a581ebab3_ContentBits">
    <vt:lpwstr>0</vt:lpwstr>
  </property>
  <property fmtid="{D5CDD505-2E9C-101B-9397-08002B2CF9AE}" pid="19" name="ContentTypeId">
    <vt:lpwstr>0x010100754E634FD137E2468BB806A774DD9528</vt:lpwstr>
  </property>
</Properties>
</file>